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atua One"/>
      <p:regular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  <p:embeddedFont>
      <p:font typeface="Alata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font" Target="fonts/PatuaOn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Alat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ef91bbf6b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ef91bbf6b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7c0415f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7c0415f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f27935622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6f27935622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6f27935622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6f27935622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f27935622_1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f27935622_1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7b6e01437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7b6e01437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7b6e01437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f7b6e01437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f7b6e014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f7b6e014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f7b6e01437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f7b6e01437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f27935622_1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6f27935622_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f7b6e0143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f7b6e0143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7b6e01437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7b6e0143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f7b6e01437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f7b6e0143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7b6e01437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7b6e01437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1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ks satu kolom 1">
  <p:cSld name="ONE_COLUMN_TEXT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720000" y="16943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1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00"/>
              <a:buFont typeface="Nunito Light"/>
              <a:buChar char="■"/>
              <a:defRPr/>
            </a:lvl9pPr>
          </a:lstStyle>
          <a:p/>
        </p:txBody>
      </p:sp>
      <p:sp>
        <p:nvSpPr>
          <p:cNvPr id="133" name="Google Shape;133;p13"/>
          <p:cNvSpPr/>
          <p:nvPr/>
        </p:nvSpPr>
        <p:spPr>
          <a:xfrm rot="-252871">
            <a:off x="-398847" y="1119623"/>
            <a:ext cx="985661" cy="103155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" name="Google Shape;134;p13"/>
          <p:cNvGrpSpPr/>
          <p:nvPr/>
        </p:nvGrpSpPr>
        <p:grpSpPr>
          <a:xfrm rot="-1050326">
            <a:off x="8333382" y="3630678"/>
            <a:ext cx="637133" cy="544807"/>
            <a:chOff x="313225" y="3635825"/>
            <a:chExt cx="637125" cy="544800"/>
          </a:xfrm>
        </p:grpSpPr>
        <p:sp>
          <p:nvSpPr>
            <p:cNvPr id="135" name="Google Shape;135;p13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3"/>
          <p:cNvSpPr/>
          <p:nvPr/>
        </p:nvSpPr>
        <p:spPr>
          <a:xfrm rot="-5400000">
            <a:off x="7962366" y="3539394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3"/>
          <p:cNvSpPr/>
          <p:nvPr/>
        </p:nvSpPr>
        <p:spPr>
          <a:xfrm flipH="1" rot="5400000">
            <a:off x="-2137628" y="26904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 rot="5400000">
            <a:off x="-777613" y="-216427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 flipH="1">
            <a:off x="-770975" y="49020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 rot="-6098018">
            <a:off x="8377926" y="2020682"/>
            <a:ext cx="985588" cy="1031482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13"/>
          <p:cNvGrpSpPr/>
          <p:nvPr/>
        </p:nvGrpSpPr>
        <p:grpSpPr>
          <a:xfrm>
            <a:off x="8561938" y="638163"/>
            <a:ext cx="1399975" cy="635600"/>
            <a:chOff x="3996175" y="2416275"/>
            <a:chExt cx="1399975" cy="635600"/>
          </a:xfrm>
        </p:grpSpPr>
        <p:sp>
          <p:nvSpPr>
            <p:cNvPr id="153" name="Google Shape;153;p13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9" name="Google Shape;159;p13"/>
          <p:cNvSpPr/>
          <p:nvPr/>
        </p:nvSpPr>
        <p:spPr>
          <a:xfrm>
            <a:off x="7917400" y="258037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7580925" y="4570700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1441561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4"/>
          <p:cNvSpPr txBox="1"/>
          <p:nvPr>
            <p:ph idx="2" type="subTitle"/>
          </p:nvPr>
        </p:nvSpPr>
        <p:spPr>
          <a:xfrm>
            <a:off x="5724239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14"/>
          <p:cNvSpPr txBox="1"/>
          <p:nvPr>
            <p:ph idx="3" type="subTitle"/>
          </p:nvPr>
        </p:nvSpPr>
        <p:spPr>
          <a:xfrm>
            <a:off x="1441561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6" name="Google Shape;166;p14"/>
          <p:cNvSpPr txBox="1"/>
          <p:nvPr>
            <p:ph idx="4" type="subTitle"/>
          </p:nvPr>
        </p:nvSpPr>
        <p:spPr>
          <a:xfrm>
            <a:off x="5724239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14"/>
          <p:cNvSpPr txBox="1"/>
          <p:nvPr>
            <p:ph idx="5" type="subTitle"/>
          </p:nvPr>
        </p:nvSpPr>
        <p:spPr>
          <a:xfrm>
            <a:off x="1441561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6" type="subTitle"/>
          </p:nvPr>
        </p:nvSpPr>
        <p:spPr>
          <a:xfrm>
            <a:off x="1441561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169" name="Google Shape;169;p14"/>
          <p:cNvSpPr txBox="1"/>
          <p:nvPr>
            <p:ph idx="7" type="subTitle"/>
          </p:nvPr>
        </p:nvSpPr>
        <p:spPr>
          <a:xfrm>
            <a:off x="5724236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8" type="subTitle"/>
          </p:nvPr>
        </p:nvSpPr>
        <p:spPr>
          <a:xfrm>
            <a:off x="5724236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solidFill>
                  <a:schemeClr val="dk1"/>
                </a:solidFill>
                <a:latin typeface="Patua One"/>
                <a:ea typeface="Patua One"/>
                <a:cs typeface="Patua One"/>
                <a:sym typeface="Patu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atua One"/>
              <a:buNone/>
              <a:defRPr sz="2400">
                <a:latin typeface="Patua One"/>
                <a:ea typeface="Patua One"/>
                <a:cs typeface="Patua One"/>
                <a:sym typeface="Patua One"/>
              </a:defRPr>
            </a:lvl9pPr>
          </a:lstStyle>
          <a:p/>
        </p:txBody>
      </p:sp>
      <p:grpSp>
        <p:nvGrpSpPr>
          <p:cNvPr id="171" name="Google Shape;171;p14"/>
          <p:cNvGrpSpPr/>
          <p:nvPr/>
        </p:nvGrpSpPr>
        <p:grpSpPr>
          <a:xfrm rot="-609221">
            <a:off x="7313577" y="4529277"/>
            <a:ext cx="637165" cy="544834"/>
            <a:chOff x="313225" y="3635825"/>
            <a:chExt cx="637125" cy="544800"/>
          </a:xfrm>
        </p:grpSpPr>
        <p:sp>
          <p:nvSpPr>
            <p:cNvPr id="172" name="Google Shape;172;p14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4" name="Google Shape;184;p14"/>
          <p:cNvSpPr/>
          <p:nvPr/>
        </p:nvSpPr>
        <p:spPr>
          <a:xfrm rot="278333">
            <a:off x="-160619" y="2987313"/>
            <a:ext cx="985678" cy="1031577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 rot="5400000">
            <a:off x="-1909028" y="14484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-142588" y="3418890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 flipH="1">
            <a:off x="5499322" y="4559536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 flipH="1">
            <a:off x="7596675" y="15514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9" name="Google Shape;189;p14"/>
          <p:cNvGrpSpPr/>
          <p:nvPr/>
        </p:nvGrpSpPr>
        <p:grpSpPr>
          <a:xfrm flipH="1">
            <a:off x="8381688" y="3582238"/>
            <a:ext cx="1399975" cy="635600"/>
            <a:chOff x="3996175" y="2416275"/>
            <a:chExt cx="1399975" cy="635600"/>
          </a:xfrm>
        </p:grpSpPr>
        <p:sp>
          <p:nvSpPr>
            <p:cNvPr id="190" name="Google Shape;190;p1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14"/>
          <p:cNvGrpSpPr/>
          <p:nvPr/>
        </p:nvGrpSpPr>
        <p:grpSpPr>
          <a:xfrm>
            <a:off x="236413" y="-190587"/>
            <a:ext cx="1399975" cy="635600"/>
            <a:chOff x="3996175" y="2416275"/>
            <a:chExt cx="1399975" cy="635600"/>
          </a:xfrm>
        </p:grpSpPr>
        <p:sp>
          <p:nvSpPr>
            <p:cNvPr id="197" name="Google Shape;197;p14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" name="Google Shape;203;p14"/>
          <p:cNvSpPr/>
          <p:nvPr/>
        </p:nvSpPr>
        <p:spPr>
          <a:xfrm flipH="1">
            <a:off x="1779025" y="4769999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/>
          <p:nvPr>
            <p:ph type="title"/>
          </p:nvPr>
        </p:nvSpPr>
        <p:spPr>
          <a:xfrm>
            <a:off x="2347950" y="540000"/>
            <a:ext cx="44481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15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7" name="Google Shape;207;p15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CREDITS: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This presentation template was created by </a:t>
            </a:r>
            <a:r>
              <a:rPr b="1" lang="en" sz="1200">
                <a:solidFill>
                  <a:schemeClr val="hlink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includes icons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, and infographics &amp; images by </a:t>
            </a:r>
            <a:r>
              <a:rPr b="1" lang="en" sz="1200">
                <a:solidFill>
                  <a:schemeClr val="dk1"/>
                </a:solidFill>
                <a:uFill>
                  <a:noFill/>
                </a:uFill>
                <a:latin typeface="Alata"/>
                <a:ea typeface="Alata"/>
                <a:cs typeface="Alata"/>
                <a:sym typeface="Alat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endParaRPr b="1" sz="12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08" name="Google Shape;208;p15"/>
          <p:cNvSpPr/>
          <p:nvPr/>
        </p:nvSpPr>
        <p:spPr>
          <a:xfrm rot="-1952556">
            <a:off x="8014187" y="3231262"/>
            <a:ext cx="985587" cy="1031481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15"/>
          <p:cNvGrpSpPr/>
          <p:nvPr/>
        </p:nvGrpSpPr>
        <p:grpSpPr>
          <a:xfrm rot="881114">
            <a:off x="76269" y="3332111"/>
            <a:ext cx="637103" cy="544781"/>
            <a:chOff x="313225" y="3635825"/>
            <a:chExt cx="637125" cy="544800"/>
          </a:xfrm>
        </p:grpSpPr>
        <p:sp>
          <p:nvSpPr>
            <p:cNvPr id="210" name="Google Shape;210;p15"/>
            <p:cNvSpPr/>
            <p:nvPr/>
          </p:nvSpPr>
          <p:spPr>
            <a:xfrm>
              <a:off x="384525" y="3711500"/>
              <a:ext cx="245675" cy="469125"/>
            </a:xfrm>
            <a:custGeom>
              <a:rect b="b" l="l" r="r" t="t"/>
              <a:pathLst>
                <a:path extrusionOk="0" h="18765" w="9827">
                  <a:moveTo>
                    <a:pt x="2320" y="1"/>
                  </a:moveTo>
                  <a:cubicBezTo>
                    <a:pt x="2184" y="1"/>
                    <a:pt x="2046" y="13"/>
                    <a:pt x="1907" y="38"/>
                  </a:cubicBezTo>
                  <a:cubicBezTo>
                    <a:pt x="763" y="238"/>
                    <a:pt x="0" y="1309"/>
                    <a:pt x="218" y="3035"/>
                  </a:cubicBezTo>
                  <a:cubicBezTo>
                    <a:pt x="618" y="6195"/>
                    <a:pt x="7284" y="9556"/>
                    <a:pt x="9827" y="18764"/>
                  </a:cubicBezTo>
                  <a:cubicBezTo>
                    <a:pt x="9736" y="17257"/>
                    <a:pt x="9627" y="15767"/>
                    <a:pt x="9445" y="14296"/>
                  </a:cubicBezTo>
                  <a:cubicBezTo>
                    <a:pt x="8520" y="7350"/>
                    <a:pt x="5683" y="1"/>
                    <a:pt x="23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5"/>
            <p:cNvSpPr/>
            <p:nvPr/>
          </p:nvSpPr>
          <p:spPr>
            <a:xfrm>
              <a:off x="386325" y="3723325"/>
              <a:ext cx="243875" cy="457300"/>
            </a:xfrm>
            <a:custGeom>
              <a:rect b="b" l="l" r="r" t="t"/>
              <a:pathLst>
                <a:path extrusionOk="0" h="18292" w="9755">
                  <a:moveTo>
                    <a:pt x="891" y="1"/>
                  </a:moveTo>
                  <a:cubicBezTo>
                    <a:pt x="310" y="491"/>
                    <a:pt x="1" y="1381"/>
                    <a:pt x="146" y="2562"/>
                  </a:cubicBezTo>
                  <a:cubicBezTo>
                    <a:pt x="546" y="5722"/>
                    <a:pt x="7212" y="9083"/>
                    <a:pt x="9755" y="18291"/>
                  </a:cubicBezTo>
                  <a:cubicBezTo>
                    <a:pt x="7630" y="8410"/>
                    <a:pt x="1109" y="4360"/>
                    <a:pt x="873" y="1000"/>
                  </a:cubicBezTo>
                  <a:cubicBezTo>
                    <a:pt x="836" y="636"/>
                    <a:pt x="855" y="310"/>
                    <a:pt x="891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612475" y="3849900"/>
              <a:ext cx="337875" cy="279875"/>
            </a:xfrm>
            <a:custGeom>
              <a:rect b="b" l="l" r="r" t="t"/>
              <a:pathLst>
                <a:path extrusionOk="0" h="11195" w="13515">
                  <a:moveTo>
                    <a:pt x="11176" y="1"/>
                  </a:moveTo>
                  <a:cubicBezTo>
                    <a:pt x="8556" y="1"/>
                    <a:pt x="4638" y="3795"/>
                    <a:pt x="1889" y="7979"/>
                  </a:cubicBezTo>
                  <a:cubicBezTo>
                    <a:pt x="1217" y="9015"/>
                    <a:pt x="618" y="10104"/>
                    <a:pt x="0" y="11194"/>
                  </a:cubicBezTo>
                  <a:cubicBezTo>
                    <a:pt x="5195" y="5345"/>
                    <a:pt x="11316" y="5691"/>
                    <a:pt x="12751" y="3475"/>
                  </a:cubicBezTo>
                  <a:cubicBezTo>
                    <a:pt x="13514" y="2276"/>
                    <a:pt x="13351" y="1132"/>
                    <a:pt x="12588" y="496"/>
                  </a:cubicBezTo>
                  <a:cubicBezTo>
                    <a:pt x="12184" y="156"/>
                    <a:pt x="11706" y="1"/>
                    <a:pt x="111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612475" y="3880450"/>
              <a:ext cx="334225" cy="249325"/>
            </a:xfrm>
            <a:custGeom>
              <a:rect b="b" l="l" r="r" t="t"/>
              <a:pathLst>
                <a:path extrusionOk="0" h="9973" w="13369">
                  <a:moveTo>
                    <a:pt x="13114" y="0"/>
                  </a:moveTo>
                  <a:lnTo>
                    <a:pt x="13114" y="0"/>
                  </a:lnTo>
                  <a:cubicBezTo>
                    <a:pt x="13024" y="255"/>
                    <a:pt x="12915" y="509"/>
                    <a:pt x="12769" y="763"/>
                  </a:cubicBezTo>
                  <a:cubicBezTo>
                    <a:pt x="11371" y="3197"/>
                    <a:pt x="5122" y="3433"/>
                    <a:pt x="0" y="9972"/>
                  </a:cubicBezTo>
                  <a:lnTo>
                    <a:pt x="0" y="9972"/>
                  </a:lnTo>
                  <a:cubicBezTo>
                    <a:pt x="5177" y="4123"/>
                    <a:pt x="11316" y="4469"/>
                    <a:pt x="12751" y="2253"/>
                  </a:cubicBezTo>
                  <a:cubicBezTo>
                    <a:pt x="13278" y="1417"/>
                    <a:pt x="13369" y="636"/>
                    <a:pt x="13114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616100" y="3715925"/>
              <a:ext cx="204825" cy="435650"/>
            </a:xfrm>
            <a:custGeom>
              <a:rect b="b" l="l" r="r" t="t"/>
              <a:pathLst>
                <a:path extrusionOk="0" h="17426" w="8193">
                  <a:moveTo>
                    <a:pt x="6665" y="0"/>
                  </a:moveTo>
                  <a:cubicBezTo>
                    <a:pt x="4481" y="0"/>
                    <a:pt x="1974" y="6691"/>
                    <a:pt x="691" y="13157"/>
                  </a:cubicBezTo>
                  <a:cubicBezTo>
                    <a:pt x="437" y="14573"/>
                    <a:pt x="219" y="15990"/>
                    <a:pt x="1" y="17425"/>
                  </a:cubicBezTo>
                  <a:cubicBezTo>
                    <a:pt x="2580" y="8779"/>
                    <a:pt x="7302" y="6109"/>
                    <a:pt x="7884" y="3094"/>
                  </a:cubicBezTo>
                  <a:cubicBezTo>
                    <a:pt x="8192" y="1459"/>
                    <a:pt x="7793" y="369"/>
                    <a:pt x="7066" y="79"/>
                  </a:cubicBezTo>
                  <a:cubicBezTo>
                    <a:pt x="6934" y="26"/>
                    <a:pt x="6800" y="0"/>
                    <a:pt x="66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616100" y="3730150"/>
              <a:ext cx="202550" cy="421425"/>
            </a:xfrm>
            <a:custGeom>
              <a:rect b="b" l="l" r="r" t="t"/>
              <a:pathLst>
                <a:path extrusionOk="0" h="16857" w="8102">
                  <a:moveTo>
                    <a:pt x="7629" y="0"/>
                  </a:moveTo>
                  <a:cubicBezTo>
                    <a:pt x="7629" y="309"/>
                    <a:pt x="7611" y="636"/>
                    <a:pt x="7557" y="981"/>
                  </a:cubicBezTo>
                  <a:cubicBezTo>
                    <a:pt x="7066" y="4178"/>
                    <a:pt x="2380" y="7538"/>
                    <a:pt x="1" y="16856"/>
                  </a:cubicBezTo>
                  <a:cubicBezTo>
                    <a:pt x="2580" y="8210"/>
                    <a:pt x="7302" y="5540"/>
                    <a:pt x="7884" y="2525"/>
                  </a:cubicBezTo>
                  <a:cubicBezTo>
                    <a:pt x="8102" y="1399"/>
                    <a:pt x="7974" y="545"/>
                    <a:pt x="7629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604750" y="3664225"/>
              <a:ext cx="124450" cy="489150"/>
            </a:xfrm>
            <a:custGeom>
              <a:rect b="b" l="l" r="r" t="t"/>
              <a:pathLst>
                <a:path extrusionOk="0" h="19566" w="4978">
                  <a:moveTo>
                    <a:pt x="3322" y="1"/>
                  </a:moveTo>
                  <a:cubicBezTo>
                    <a:pt x="3298" y="1"/>
                    <a:pt x="3275" y="2"/>
                    <a:pt x="3252" y="3"/>
                  </a:cubicBezTo>
                  <a:cubicBezTo>
                    <a:pt x="854" y="185"/>
                    <a:pt x="1" y="8141"/>
                    <a:pt x="418" y="15225"/>
                  </a:cubicBezTo>
                  <a:cubicBezTo>
                    <a:pt x="509" y="16678"/>
                    <a:pt x="654" y="18113"/>
                    <a:pt x="818" y="19566"/>
                  </a:cubicBezTo>
                  <a:cubicBezTo>
                    <a:pt x="1127" y="10248"/>
                    <a:pt x="4977" y="5562"/>
                    <a:pt x="4778" y="2474"/>
                  </a:cubicBezTo>
                  <a:cubicBezTo>
                    <a:pt x="4672" y="836"/>
                    <a:pt x="4054" y="1"/>
                    <a:pt x="33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623825" y="3669300"/>
              <a:ext cx="105375" cy="484075"/>
            </a:xfrm>
            <a:custGeom>
              <a:rect b="b" l="l" r="r" t="t"/>
              <a:pathLst>
                <a:path extrusionOk="0" h="19363" w="4215">
                  <a:moveTo>
                    <a:pt x="3161" y="0"/>
                  </a:moveTo>
                  <a:cubicBezTo>
                    <a:pt x="3234" y="291"/>
                    <a:pt x="3288" y="600"/>
                    <a:pt x="3324" y="963"/>
                  </a:cubicBezTo>
                  <a:cubicBezTo>
                    <a:pt x="3651" y="4196"/>
                    <a:pt x="0" y="9500"/>
                    <a:pt x="55" y="19363"/>
                  </a:cubicBezTo>
                  <a:cubicBezTo>
                    <a:pt x="364" y="10045"/>
                    <a:pt x="4214" y="5359"/>
                    <a:pt x="4015" y="2271"/>
                  </a:cubicBezTo>
                  <a:cubicBezTo>
                    <a:pt x="3942" y="1108"/>
                    <a:pt x="3615" y="345"/>
                    <a:pt x="3161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5"/>
            <p:cNvSpPr/>
            <p:nvPr/>
          </p:nvSpPr>
          <p:spPr>
            <a:xfrm>
              <a:off x="508025" y="3635825"/>
              <a:ext cx="135025" cy="464425"/>
            </a:xfrm>
            <a:custGeom>
              <a:rect b="b" l="l" r="r" t="t"/>
              <a:pathLst>
                <a:path extrusionOk="0" h="18577" w="5401">
                  <a:moveTo>
                    <a:pt x="2141" y="1"/>
                  </a:moveTo>
                  <a:cubicBezTo>
                    <a:pt x="2082" y="1"/>
                    <a:pt x="2023" y="5"/>
                    <a:pt x="1962" y="13"/>
                  </a:cubicBezTo>
                  <a:cubicBezTo>
                    <a:pt x="1127" y="122"/>
                    <a:pt x="400" y="1085"/>
                    <a:pt x="255" y="2756"/>
                  </a:cubicBezTo>
                  <a:cubicBezTo>
                    <a:pt x="1" y="5826"/>
                    <a:pt x="4160" y="9549"/>
                    <a:pt x="4378" y="18577"/>
                  </a:cubicBezTo>
                  <a:cubicBezTo>
                    <a:pt x="4560" y="17142"/>
                    <a:pt x="4760" y="15689"/>
                    <a:pt x="4869" y="14254"/>
                  </a:cubicBezTo>
                  <a:cubicBezTo>
                    <a:pt x="5401" y="7405"/>
                    <a:pt x="4616" y="1"/>
                    <a:pt x="21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508025" y="3644775"/>
              <a:ext cx="114000" cy="455475"/>
            </a:xfrm>
            <a:custGeom>
              <a:rect b="b" l="l" r="r" t="t"/>
              <a:pathLst>
                <a:path extrusionOk="0" h="18219" w="4560">
                  <a:moveTo>
                    <a:pt x="1218" y="0"/>
                  </a:moveTo>
                  <a:cubicBezTo>
                    <a:pt x="727" y="436"/>
                    <a:pt x="346" y="1254"/>
                    <a:pt x="255" y="2398"/>
                  </a:cubicBezTo>
                  <a:cubicBezTo>
                    <a:pt x="1" y="5468"/>
                    <a:pt x="4160" y="9191"/>
                    <a:pt x="4378" y="18219"/>
                  </a:cubicBezTo>
                  <a:cubicBezTo>
                    <a:pt x="4560" y="8574"/>
                    <a:pt x="636" y="4196"/>
                    <a:pt x="1036" y="963"/>
                  </a:cubicBezTo>
                  <a:cubicBezTo>
                    <a:pt x="1072" y="600"/>
                    <a:pt x="1145" y="291"/>
                    <a:pt x="1218" y="0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313225" y="3897825"/>
              <a:ext cx="369650" cy="270075"/>
            </a:xfrm>
            <a:custGeom>
              <a:rect b="b" l="l" r="r" t="t"/>
              <a:pathLst>
                <a:path extrusionOk="0" h="10803" w="14786">
                  <a:moveTo>
                    <a:pt x="1718" y="1"/>
                  </a:moveTo>
                  <a:cubicBezTo>
                    <a:pt x="1195" y="1"/>
                    <a:pt x="776" y="175"/>
                    <a:pt x="491" y="559"/>
                  </a:cubicBezTo>
                  <a:cubicBezTo>
                    <a:pt x="0" y="1249"/>
                    <a:pt x="164" y="2393"/>
                    <a:pt x="1199" y="3574"/>
                  </a:cubicBezTo>
                  <a:cubicBezTo>
                    <a:pt x="3106" y="5753"/>
                    <a:pt x="8483" y="5136"/>
                    <a:pt x="14786" y="10803"/>
                  </a:cubicBezTo>
                  <a:cubicBezTo>
                    <a:pt x="13932" y="9731"/>
                    <a:pt x="13078" y="8678"/>
                    <a:pt x="12188" y="7661"/>
                  </a:cubicBezTo>
                  <a:cubicBezTo>
                    <a:pt x="8585" y="3611"/>
                    <a:pt x="4091" y="1"/>
                    <a:pt x="17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5"/>
            <p:cNvSpPr/>
            <p:nvPr/>
          </p:nvSpPr>
          <p:spPr>
            <a:xfrm>
              <a:off x="317775" y="3930850"/>
              <a:ext cx="365100" cy="237050"/>
            </a:xfrm>
            <a:custGeom>
              <a:rect b="b" l="l" r="r" t="t"/>
              <a:pathLst>
                <a:path extrusionOk="0" h="9482" w="14604">
                  <a:moveTo>
                    <a:pt x="55" y="1"/>
                  </a:moveTo>
                  <a:lnTo>
                    <a:pt x="55" y="1"/>
                  </a:lnTo>
                  <a:cubicBezTo>
                    <a:pt x="0" y="636"/>
                    <a:pt x="291" y="1454"/>
                    <a:pt x="1017" y="2253"/>
                  </a:cubicBezTo>
                  <a:cubicBezTo>
                    <a:pt x="2924" y="4432"/>
                    <a:pt x="8301" y="3815"/>
                    <a:pt x="14604" y="9482"/>
                  </a:cubicBezTo>
                  <a:cubicBezTo>
                    <a:pt x="8174" y="3125"/>
                    <a:pt x="2507" y="3143"/>
                    <a:pt x="563" y="763"/>
                  </a:cubicBezTo>
                  <a:cubicBezTo>
                    <a:pt x="363" y="509"/>
                    <a:pt x="182" y="255"/>
                    <a:pt x="55" y="1"/>
                  </a:cubicBezTo>
                  <a:close/>
                </a:path>
              </a:pathLst>
            </a:custGeom>
            <a:solidFill>
              <a:srgbClr val="002A40">
                <a:alpha val="3018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2" name="Google Shape;222;p15"/>
          <p:cNvSpPr/>
          <p:nvPr/>
        </p:nvSpPr>
        <p:spPr>
          <a:xfrm rot="1375162">
            <a:off x="-434361" y="1180755"/>
            <a:ext cx="985641" cy="1031538"/>
          </a:xfrm>
          <a:custGeom>
            <a:rect b="b" l="l" r="r" t="t"/>
            <a:pathLst>
              <a:path extrusionOk="0" h="76191" w="72801">
                <a:moveTo>
                  <a:pt x="28136" y="10075"/>
                </a:moveTo>
                <a:cubicBezTo>
                  <a:pt x="28209" y="10239"/>
                  <a:pt x="28263" y="10330"/>
                  <a:pt x="28281" y="10439"/>
                </a:cubicBezTo>
                <a:cubicBezTo>
                  <a:pt x="28699" y="12092"/>
                  <a:pt x="29081" y="13763"/>
                  <a:pt x="29480" y="15415"/>
                </a:cubicBezTo>
                <a:cubicBezTo>
                  <a:pt x="29753" y="16542"/>
                  <a:pt x="30043" y="17650"/>
                  <a:pt x="30298" y="18776"/>
                </a:cubicBezTo>
                <a:cubicBezTo>
                  <a:pt x="30388" y="19193"/>
                  <a:pt x="30461" y="19629"/>
                  <a:pt x="30479" y="20047"/>
                </a:cubicBezTo>
                <a:cubicBezTo>
                  <a:pt x="30497" y="21191"/>
                  <a:pt x="30479" y="22336"/>
                  <a:pt x="30479" y="23480"/>
                </a:cubicBezTo>
                <a:cubicBezTo>
                  <a:pt x="30443" y="23389"/>
                  <a:pt x="30388" y="23298"/>
                  <a:pt x="30352" y="23208"/>
                </a:cubicBezTo>
                <a:cubicBezTo>
                  <a:pt x="29716" y="20901"/>
                  <a:pt x="28608" y="18812"/>
                  <a:pt x="27464" y="16723"/>
                </a:cubicBezTo>
                <a:cubicBezTo>
                  <a:pt x="27391" y="16578"/>
                  <a:pt x="27301" y="16433"/>
                  <a:pt x="27228" y="16287"/>
                </a:cubicBezTo>
                <a:cubicBezTo>
                  <a:pt x="27128" y="16058"/>
                  <a:pt x="27005" y="15885"/>
                  <a:pt x="26760" y="15885"/>
                </a:cubicBezTo>
                <a:cubicBezTo>
                  <a:pt x="26695" y="15885"/>
                  <a:pt x="26622" y="15897"/>
                  <a:pt x="26538" y="15924"/>
                </a:cubicBezTo>
                <a:cubicBezTo>
                  <a:pt x="27355" y="14035"/>
                  <a:pt x="27809" y="12110"/>
                  <a:pt x="28136" y="10075"/>
                </a:cubicBezTo>
                <a:close/>
                <a:moveTo>
                  <a:pt x="12170" y="18231"/>
                </a:moveTo>
                <a:cubicBezTo>
                  <a:pt x="12225" y="18285"/>
                  <a:pt x="12279" y="18303"/>
                  <a:pt x="12297" y="18340"/>
                </a:cubicBezTo>
                <a:cubicBezTo>
                  <a:pt x="13078" y="19757"/>
                  <a:pt x="13914" y="21137"/>
                  <a:pt x="14622" y="22572"/>
                </a:cubicBezTo>
                <a:cubicBezTo>
                  <a:pt x="15040" y="23407"/>
                  <a:pt x="15276" y="24352"/>
                  <a:pt x="15585" y="25260"/>
                </a:cubicBezTo>
                <a:cubicBezTo>
                  <a:pt x="15676" y="25478"/>
                  <a:pt x="15694" y="25751"/>
                  <a:pt x="15967" y="25878"/>
                </a:cubicBezTo>
                <a:cubicBezTo>
                  <a:pt x="15985" y="25896"/>
                  <a:pt x="16021" y="25968"/>
                  <a:pt x="16003" y="26023"/>
                </a:cubicBezTo>
                <a:cubicBezTo>
                  <a:pt x="15694" y="27658"/>
                  <a:pt x="15385" y="29292"/>
                  <a:pt x="15076" y="30927"/>
                </a:cubicBezTo>
                <a:cubicBezTo>
                  <a:pt x="15076" y="30927"/>
                  <a:pt x="15058" y="30945"/>
                  <a:pt x="15022" y="30982"/>
                </a:cubicBezTo>
                <a:cubicBezTo>
                  <a:pt x="14768" y="30237"/>
                  <a:pt x="14532" y="29510"/>
                  <a:pt x="14277" y="28784"/>
                </a:cubicBezTo>
                <a:cubicBezTo>
                  <a:pt x="13787" y="27403"/>
                  <a:pt x="13278" y="26059"/>
                  <a:pt x="12824" y="24679"/>
                </a:cubicBezTo>
                <a:cubicBezTo>
                  <a:pt x="12316" y="23080"/>
                  <a:pt x="11971" y="21428"/>
                  <a:pt x="11753" y="19775"/>
                </a:cubicBezTo>
                <a:cubicBezTo>
                  <a:pt x="11734" y="19593"/>
                  <a:pt x="11753" y="19411"/>
                  <a:pt x="11807" y="19248"/>
                </a:cubicBezTo>
                <a:cubicBezTo>
                  <a:pt x="11916" y="18921"/>
                  <a:pt x="12043" y="18594"/>
                  <a:pt x="12170" y="18231"/>
                </a:cubicBezTo>
                <a:close/>
                <a:moveTo>
                  <a:pt x="17093" y="29747"/>
                </a:moveTo>
                <a:lnTo>
                  <a:pt x="17093" y="29747"/>
                </a:lnTo>
                <a:cubicBezTo>
                  <a:pt x="17020" y="31581"/>
                  <a:pt x="17401" y="33288"/>
                  <a:pt x="17910" y="34978"/>
                </a:cubicBezTo>
                <a:cubicBezTo>
                  <a:pt x="17946" y="35087"/>
                  <a:pt x="17946" y="35214"/>
                  <a:pt x="17928" y="35305"/>
                </a:cubicBezTo>
                <a:cubicBezTo>
                  <a:pt x="17547" y="36649"/>
                  <a:pt x="17474" y="38029"/>
                  <a:pt x="17365" y="39391"/>
                </a:cubicBezTo>
                <a:cubicBezTo>
                  <a:pt x="17274" y="40390"/>
                  <a:pt x="17129" y="41371"/>
                  <a:pt x="17020" y="42352"/>
                </a:cubicBezTo>
                <a:cubicBezTo>
                  <a:pt x="17002" y="42425"/>
                  <a:pt x="16966" y="42497"/>
                  <a:pt x="16893" y="42606"/>
                </a:cubicBezTo>
                <a:cubicBezTo>
                  <a:pt x="16711" y="42225"/>
                  <a:pt x="16511" y="41862"/>
                  <a:pt x="16348" y="41480"/>
                </a:cubicBezTo>
                <a:cubicBezTo>
                  <a:pt x="15531" y="39627"/>
                  <a:pt x="15422" y="37684"/>
                  <a:pt x="15767" y="35740"/>
                </a:cubicBezTo>
                <a:cubicBezTo>
                  <a:pt x="16075" y="33906"/>
                  <a:pt x="16511" y="32090"/>
                  <a:pt x="16893" y="30273"/>
                </a:cubicBezTo>
                <a:cubicBezTo>
                  <a:pt x="16911" y="30201"/>
                  <a:pt x="16929" y="30110"/>
                  <a:pt x="16966" y="30037"/>
                </a:cubicBezTo>
                <a:cubicBezTo>
                  <a:pt x="17002" y="29946"/>
                  <a:pt x="17038" y="29874"/>
                  <a:pt x="17093" y="29747"/>
                </a:cubicBezTo>
                <a:close/>
                <a:moveTo>
                  <a:pt x="10499" y="22899"/>
                </a:moveTo>
                <a:cubicBezTo>
                  <a:pt x="10517" y="22971"/>
                  <a:pt x="10554" y="23026"/>
                  <a:pt x="10572" y="23099"/>
                </a:cubicBezTo>
                <a:cubicBezTo>
                  <a:pt x="11189" y="25514"/>
                  <a:pt x="12170" y="27785"/>
                  <a:pt x="13097" y="30092"/>
                </a:cubicBezTo>
                <a:cubicBezTo>
                  <a:pt x="13551" y="31181"/>
                  <a:pt x="13896" y="32326"/>
                  <a:pt x="14295" y="33452"/>
                </a:cubicBezTo>
                <a:cubicBezTo>
                  <a:pt x="14441" y="33833"/>
                  <a:pt x="14350" y="34215"/>
                  <a:pt x="14259" y="34578"/>
                </a:cubicBezTo>
                <a:cubicBezTo>
                  <a:pt x="13987" y="35777"/>
                  <a:pt x="13841" y="36994"/>
                  <a:pt x="13860" y="38211"/>
                </a:cubicBezTo>
                <a:cubicBezTo>
                  <a:pt x="13914" y="40136"/>
                  <a:pt x="14423" y="41916"/>
                  <a:pt x="15476" y="43533"/>
                </a:cubicBezTo>
                <a:cubicBezTo>
                  <a:pt x="15585" y="43696"/>
                  <a:pt x="15694" y="43860"/>
                  <a:pt x="15767" y="44059"/>
                </a:cubicBezTo>
                <a:cubicBezTo>
                  <a:pt x="15712" y="44041"/>
                  <a:pt x="15658" y="44023"/>
                  <a:pt x="15621" y="43987"/>
                </a:cubicBezTo>
                <a:cubicBezTo>
                  <a:pt x="13442" y="42425"/>
                  <a:pt x="12061" y="40263"/>
                  <a:pt x="11226" y="37757"/>
                </a:cubicBezTo>
                <a:cubicBezTo>
                  <a:pt x="10990" y="37085"/>
                  <a:pt x="10953" y="36358"/>
                  <a:pt x="10917" y="35650"/>
                </a:cubicBezTo>
                <a:cubicBezTo>
                  <a:pt x="10881" y="35177"/>
                  <a:pt x="10790" y="34723"/>
                  <a:pt x="10717" y="34269"/>
                </a:cubicBezTo>
                <a:cubicBezTo>
                  <a:pt x="10717" y="34178"/>
                  <a:pt x="10699" y="34069"/>
                  <a:pt x="10717" y="33997"/>
                </a:cubicBezTo>
                <a:cubicBezTo>
                  <a:pt x="10990" y="32707"/>
                  <a:pt x="11099" y="31418"/>
                  <a:pt x="10953" y="30110"/>
                </a:cubicBezTo>
                <a:cubicBezTo>
                  <a:pt x="10881" y="29347"/>
                  <a:pt x="10681" y="28566"/>
                  <a:pt x="10572" y="27803"/>
                </a:cubicBezTo>
                <a:cubicBezTo>
                  <a:pt x="10445" y="26913"/>
                  <a:pt x="10281" y="26023"/>
                  <a:pt x="10245" y="25133"/>
                </a:cubicBezTo>
                <a:cubicBezTo>
                  <a:pt x="10209" y="24388"/>
                  <a:pt x="10318" y="23662"/>
                  <a:pt x="10372" y="22917"/>
                </a:cubicBezTo>
                <a:cubicBezTo>
                  <a:pt x="10408" y="22917"/>
                  <a:pt x="10445" y="22899"/>
                  <a:pt x="10481" y="22899"/>
                </a:cubicBezTo>
                <a:close/>
                <a:moveTo>
                  <a:pt x="18782" y="37775"/>
                </a:moveTo>
                <a:cubicBezTo>
                  <a:pt x="18945" y="38447"/>
                  <a:pt x="19072" y="39119"/>
                  <a:pt x="19236" y="39791"/>
                </a:cubicBezTo>
                <a:cubicBezTo>
                  <a:pt x="19327" y="40154"/>
                  <a:pt x="19272" y="40499"/>
                  <a:pt x="19236" y="40863"/>
                </a:cubicBezTo>
                <a:cubicBezTo>
                  <a:pt x="19145" y="41498"/>
                  <a:pt x="19109" y="42134"/>
                  <a:pt x="19054" y="42770"/>
                </a:cubicBezTo>
                <a:cubicBezTo>
                  <a:pt x="19000" y="43315"/>
                  <a:pt x="18945" y="43878"/>
                  <a:pt x="18891" y="44423"/>
                </a:cubicBezTo>
                <a:cubicBezTo>
                  <a:pt x="18855" y="44677"/>
                  <a:pt x="18818" y="44931"/>
                  <a:pt x="18782" y="45240"/>
                </a:cubicBezTo>
                <a:cubicBezTo>
                  <a:pt x="18509" y="44913"/>
                  <a:pt x="18273" y="44622"/>
                  <a:pt x="18073" y="44314"/>
                </a:cubicBezTo>
                <a:cubicBezTo>
                  <a:pt x="18019" y="44241"/>
                  <a:pt x="18001" y="44114"/>
                  <a:pt x="18019" y="44023"/>
                </a:cubicBezTo>
                <a:cubicBezTo>
                  <a:pt x="18146" y="43006"/>
                  <a:pt x="18310" y="41989"/>
                  <a:pt x="18419" y="40972"/>
                </a:cubicBezTo>
                <a:cubicBezTo>
                  <a:pt x="18528" y="40027"/>
                  <a:pt x="18582" y="39064"/>
                  <a:pt x="18673" y="38120"/>
                </a:cubicBezTo>
                <a:cubicBezTo>
                  <a:pt x="18673" y="37993"/>
                  <a:pt x="18709" y="37884"/>
                  <a:pt x="18782" y="37775"/>
                </a:cubicBezTo>
                <a:close/>
                <a:moveTo>
                  <a:pt x="26356" y="16324"/>
                </a:moveTo>
                <a:cubicBezTo>
                  <a:pt x="26501" y="16632"/>
                  <a:pt x="26610" y="16887"/>
                  <a:pt x="26701" y="17123"/>
                </a:cubicBezTo>
                <a:cubicBezTo>
                  <a:pt x="27464" y="19084"/>
                  <a:pt x="28227" y="21046"/>
                  <a:pt x="29008" y="23008"/>
                </a:cubicBezTo>
                <a:cubicBezTo>
                  <a:pt x="29317" y="23807"/>
                  <a:pt x="29680" y="24588"/>
                  <a:pt x="29971" y="25387"/>
                </a:cubicBezTo>
                <a:cubicBezTo>
                  <a:pt x="30098" y="25769"/>
                  <a:pt x="30152" y="26186"/>
                  <a:pt x="30207" y="26586"/>
                </a:cubicBezTo>
                <a:cubicBezTo>
                  <a:pt x="30407" y="28221"/>
                  <a:pt x="30606" y="29855"/>
                  <a:pt x="30788" y="31490"/>
                </a:cubicBezTo>
                <a:cubicBezTo>
                  <a:pt x="30879" y="32271"/>
                  <a:pt x="30951" y="33034"/>
                  <a:pt x="31024" y="33815"/>
                </a:cubicBezTo>
                <a:cubicBezTo>
                  <a:pt x="31042" y="33870"/>
                  <a:pt x="31024" y="33924"/>
                  <a:pt x="30970" y="33997"/>
                </a:cubicBezTo>
                <a:cubicBezTo>
                  <a:pt x="30915" y="33851"/>
                  <a:pt x="30861" y="33688"/>
                  <a:pt x="30788" y="33525"/>
                </a:cubicBezTo>
                <a:cubicBezTo>
                  <a:pt x="30407" y="32653"/>
                  <a:pt x="30080" y="31763"/>
                  <a:pt x="29644" y="30927"/>
                </a:cubicBezTo>
                <a:cubicBezTo>
                  <a:pt x="29044" y="29765"/>
                  <a:pt x="28263" y="28748"/>
                  <a:pt x="27264" y="27894"/>
                </a:cubicBezTo>
                <a:cubicBezTo>
                  <a:pt x="26756" y="27476"/>
                  <a:pt x="26193" y="27167"/>
                  <a:pt x="25593" y="26931"/>
                </a:cubicBezTo>
                <a:cubicBezTo>
                  <a:pt x="25518" y="26903"/>
                  <a:pt x="25445" y="26889"/>
                  <a:pt x="25377" y="26889"/>
                </a:cubicBezTo>
                <a:cubicBezTo>
                  <a:pt x="25180" y="26889"/>
                  <a:pt x="25015" y="27002"/>
                  <a:pt x="24921" y="27204"/>
                </a:cubicBezTo>
                <a:cubicBezTo>
                  <a:pt x="24812" y="27458"/>
                  <a:pt x="24867" y="27694"/>
                  <a:pt x="25139" y="27821"/>
                </a:cubicBezTo>
                <a:cubicBezTo>
                  <a:pt x="26756" y="28602"/>
                  <a:pt x="27664" y="29964"/>
                  <a:pt x="28300" y="31545"/>
                </a:cubicBezTo>
                <a:cubicBezTo>
                  <a:pt x="29171" y="33761"/>
                  <a:pt x="30243" y="35886"/>
                  <a:pt x="31333" y="37993"/>
                </a:cubicBezTo>
                <a:cubicBezTo>
                  <a:pt x="31424" y="38174"/>
                  <a:pt x="31460" y="38429"/>
                  <a:pt x="31424" y="38647"/>
                </a:cubicBezTo>
                <a:cubicBezTo>
                  <a:pt x="31297" y="39664"/>
                  <a:pt x="30951" y="40626"/>
                  <a:pt x="30570" y="41589"/>
                </a:cubicBezTo>
                <a:cubicBezTo>
                  <a:pt x="30497" y="41753"/>
                  <a:pt x="30425" y="41916"/>
                  <a:pt x="30352" y="42098"/>
                </a:cubicBezTo>
                <a:cubicBezTo>
                  <a:pt x="30170" y="42497"/>
                  <a:pt x="29934" y="42842"/>
                  <a:pt x="29589" y="43115"/>
                </a:cubicBezTo>
                <a:cubicBezTo>
                  <a:pt x="27900" y="44405"/>
                  <a:pt x="26592" y="46039"/>
                  <a:pt x="25593" y="47874"/>
                </a:cubicBezTo>
                <a:cubicBezTo>
                  <a:pt x="25121" y="48764"/>
                  <a:pt x="24830" y="49745"/>
                  <a:pt x="24485" y="50689"/>
                </a:cubicBezTo>
                <a:cubicBezTo>
                  <a:pt x="24213" y="51416"/>
                  <a:pt x="23977" y="52160"/>
                  <a:pt x="23722" y="52905"/>
                </a:cubicBezTo>
                <a:cubicBezTo>
                  <a:pt x="23704" y="52941"/>
                  <a:pt x="23686" y="52978"/>
                  <a:pt x="23650" y="53032"/>
                </a:cubicBezTo>
                <a:cubicBezTo>
                  <a:pt x="23613" y="52960"/>
                  <a:pt x="23595" y="52923"/>
                  <a:pt x="23577" y="52869"/>
                </a:cubicBezTo>
                <a:cubicBezTo>
                  <a:pt x="23268" y="51743"/>
                  <a:pt x="22778" y="50689"/>
                  <a:pt x="22287" y="49636"/>
                </a:cubicBezTo>
                <a:cubicBezTo>
                  <a:pt x="21561" y="48110"/>
                  <a:pt x="21161" y="46548"/>
                  <a:pt x="21216" y="44859"/>
                </a:cubicBezTo>
                <a:cubicBezTo>
                  <a:pt x="21270" y="43551"/>
                  <a:pt x="21797" y="42588"/>
                  <a:pt x="22941" y="41971"/>
                </a:cubicBezTo>
                <a:cubicBezTo>
                  <a:pt x="23795" y="41535"/>
                  <a:pt x="24685" y="41135"/>
                  <a:pt x="25539" y="40699"/>
                </a:cubicBezTo>
                <a:cubicBezTo>
                  <a:pt x="25848" y="40536"/>
                  <a:pt x="26156" y="40336"/>
                  <a:pt x="26447" y="40154"/>
                </a:cubicBezTo>
                <a:cubicBezTo>
                  <a:pt x="26683" y="39991"/>
                  <a:pt x="26738" y="39809"/>
                  <a:pt x="26647" y="39591"/>
                </a:cubicBezTo>
                <a:cubicBezTo>
                  <a:pt x="26568" y="39433"/>
                  <a:pt x="26470" y="39361"/>
                  <a:pt x="26311" y="39361"/>
                </a:cubicBezTo>
                <a:cubicBezTo>
                  <a:pt x="26251" y="39361"/>
                  <a:pt x="26182" y="39371"/>
                  <a:pt x="26102" y="39391"/>
                </a:cubicBezTo>
                <a:cubicBezTo>
                  <a:pt x="24976" y="39700"/>
                  <a:pt x="23850" y="39991"/>
                  <a:pt x="22814" y="40572"/>
                </a:cubicBezTo>
                <a:lnTo>
                  <a:pt x="22760" y="40536"/>
                </a:lnTo>
                <a:cubicBezTo>
                  <a:pt x="22869" y="40390"/>
                  <a:pt x="22960" y="40245"/>
                  <a:pt x="23068" y="40100"/>
                </a:cubicBezTo>
                <a:cubicBezTo>
                  <a:pt x="23959" y="38974"/>
                  <a:pt x="24867" y="37847"/>
                  <a:pt x="25757" y="36721"/>
                </a:cubicBezTo>
                <a:cubicBezTo>
                  <a:pt x="26047" y="36322"/>
                  <a:pt x="26320" y="35904"/>
                  <a:pt x="26574" y="35468"/>
                </a:cubicBezTo>
                <a:cubicBezTo>
                  <a:pt x="26810" y="35032"/>
                  <a:pt x="26738" y="34687"/>
                  <a:pt x="26356" y="34469"/>
                </a:cubicBezTo>
                <a:cubicBezTo>
                  <a:pt x="26225" y="34390"/>
                  <a:pt x="26094" y="34352"/>
                  <a:pt x="25967" y="34352"/>
                </a:cubicBezTo>
                <a:cubicBezTo>
                  <a:pt x="25740" y="34352"/>
                  <a:pt x="25525" y="34473"/>
                  <a:pt x="25339" y="34705"/>
                </a:cubicBezTo>
                <a:cubicBezTo>
                  <a:pt x="24285" y="36013"/>
                  <a:pt x="23232" y="37321"/>
                  <a:pt x="22178" y="38628"/>
                </a:cubicBezTo>
                <a:cubicBezTo>
                  <a:pt x="21852" y="39028"/>
                  <a:pt x="21543" y="39428"/>
                  <a:pt x="21161" y="39809"/>
                </a:cubicBezTo>
                <a:cubicBezTo>
                  <a:pt x="21179" y="39736"/>
                  <a:pt x="21179" y="39646"/>
                  <a:pt x="21216" y="39573"/>
                </a:cubicBezTo>
                <a:cubicBezTo>
                  <a:pt x="21615" y="38628"/>
                  <a:pt x="21979" y="37666"/>
                  <a:pt x="22415" y="36721"/>
                </a:cubicBezTo>
                <a:cubicBezTo>
                  <a:pt x="23141" y="35105"/>
                  <a:pt x="23777" y="33452"/>
                  <a:pt x="24031" y="31690"/>
                </a:cubicBezTo>
                <a:cubicBezTo>
                  <a:pt x="24122" y="31054"/>
                  <a:pt x="24140" y="30400"/>
                  <a:pt x="24195" y="29747"/>
                </a:cubicBezTo>
                <a:cubicBezTo>
                  <a:pt x="24195" y="29638"/>
                  <a:pt x="24249" y="29456"/>
                  <a:pt x="24049" y="29420"/>
                </a:cubicBezTo>
                <a:cubicBezTo>
                  <a:pt x="24032" y="29416"/>
                  <a:pt x="24015" y="29415"/>
                  <a:pt x="24001" y="29415"/>
                </a:cubicBezTo>
                <a:cubicBezTo>
                  <a:pt x="23846" y="29415"/>
                  <a:pt x="23827" y="29576"/>
                  <a:pt x="23777" y="29692"/>
                </a:cubicBezTo>
                <a:cubicBezTo>
                  <a:pt x="23450" y="30618"/>
                  <a:pt x="23177" y="31563"/>
                  <a:pt x="22778" y="32471"/>
                </a:cubicBezTo>
                <a:cubicBezTo>
                  <a:pt x="22378" y="33397"/>
                  <a:pt x="21888" y="34287"/>
                  <a:pt x="21416" y="35196"/>
                </a:cubicBezTo>
                <a:cubicBezTo>
                  <a:pt x="21070" y="35868"/>
                  <a:pt x="20707" y="36558"/>
                  <a:pt x="20326" y="37266"/>
                </a:cubicBezTo>
                <a:cubicBezTo>
                  <a:pt x="20289" y="37194"/>
                  <a:pt x="20235" y="37157"/>
                  <a:pt x="20217" y="37103"/>
                </a:cubicBezTo>
                <a:cubicBezTo>
                  <a:pt x="19944" y="36213"/>
                  <a:pt x="19672" y="35341"/>
                  <a:pt x="19418" y="34451"/>
                </a:cubicBezTo>
                <a:cubicBezTo>
                  <a:pt x="19381" y="34287"/>
                  <a:pt x="19381" y="34069"/>
                  <a:pt x="19418" y="33906"/>
                </a:cubicBezTo>
                <a:cubicBezTo>
                  <a:pt x="20053" y="31744"/>
                  <a:pt x="21107" y="29765"/>
                  <a:pt x="22215" y="27821"/>
                </a:cubicBezTo>
                <a:cubicBezTo>
                  <a:pt x="22378" y="27549"/>
                  <a:pt x="22524" y="27276"/>
                  <a:pt x="22669" y="27004"/>
                </a:cubicBezTo>
                <a:cubicBezTo>
                  <a:pt x="22705" y="26931"/>
                  <a:pt x="22723" y="26840"/>
                  <a:pt x="22705" y="26731"/>
                </a:cubicBezTo>
                <a:lnTo>
                  <a:pt x="22705" y="26731"/>
                </a:lnTo>
                <a:cubicBezTo>
                  <a:pt x="21906" y="27567"/>
                  <a:pt x="21325" y="28548"/>
                  <a:pt x="20725" y="29510"/>
                </a:cubicBezTo>
                <a:cubicBezTo>
                  <a:pt x="20108" y="30455"/>
                  <a:pt x="19545" y="31454"/>
                  <a:pt x="18964" y="32453"/>
                </a:cubicBezTo>
                <a:cubicBezTo>
                  <a:pt x="18909" y="32144"/>
                  <a:pt x="18855" y="31835"/>
                  <a:pt x="18818" y="31527"/>
                </a:cubicBezTo>
                <a:cubicBezTo>
                  <a:pt x="18709" y="30509"/>
                  <a:pt x="18618" y="29492"/>
                  <a:pt x="18528" y="28457"/>
                </a:cubicBezTo>
                <a:cubicBezTo>
                  <a:pt x="18528" y="28439"/>
                  <a:pt x="18528" y="28421"/>
                  <a:pt x="18528" y="28421"/>
                </a:cubicBezTo>
                <a:cubicBezTo>
                  <a:pt x="18328" y="27876"/>
                  <a:pt x="18582" y="27494"/>
                  <a:pt x="18873" y="27058"/>
                </a:cubicBezTo>
                <a:cubicBezTo>
                  <a:pt x="19490" y="26132"/>
                  <a:pt x="20017" y="25151"/>
                  <a:pt x="20580" y="24207"/>
                </a:cubicBezTo>
                <a:cubicBezTo>
                  <a:pt x="20689" y="24043"/>
                  <a:pt x="20834" y="23843"/>
                  <a:pt x="20998" y="23734"/>
                </a:cubicBezTo>
                <a:cubicBezTo>
                  <a:pt x="22251" y="22808"/>
                  <a:pt x="23577" y="22027"/>
                  <a:pt x="25103" y="21609"/>
                </a:cubicBezTo>
                <a:cubicBezTo>
                  <a:pt x="25484" y="21500"/>
                  <a:pt x="25829" y="21264"/>
                  <a:pt x="26193" y="21101"/>
                </a:cubicBezTo>
                <a:cubicBezTo>
                  <a:pt x="26229" y="21064"/>
                  <a:pt x="26283" y="21046"/>
                  <a:pt x="26320" y="20992"/>
                </a:cubicBezTo>
                <a:cubicBezTo>
                  <a:pt x="26374" y="20901"/>
                  <a:pt x="26465" y="20774"/>
                  <a:pt x="26447" y="20683"/>
                </a:cubicBezTo>
                <a:cubicBezTo>
                  <a:pt x="26411" y="20592"/>
                  <a:pt x="26265" y="20483"/>
                  <a:pt x="26174" y="20483"/>
                </a:cubicBezTo>
                <a:cubicBezTo>
                  <a:pt x="25975" y="20474"/>
                  <a:pt x="25770" y="20460"/>
                  <a:pt x="25568" y="20460"/>
                </a:cubicBezTo>
                <a:cubicBezTo>
                  <a:pt x="25366" y="20460"/>
                  <a:pt x="25166" y="20474"/>
                  <a:pt x="24976" y="20519"/>
                </a:cubicBezTo>
                <a:cubicBezTo>
                  <a:pt x="24394" y="20665"/>
                  <a:pt x="23850" y="20937"/>
                  <a:pt x="23286" y="21137"/>
                </a:cubicBezTo>
                <a:cubicBezTo>
                  <a:pt x="23214" y="21173"/>
                  <a:pt x="23141" y="21210"/>
                  <a:pt x="23068" y="21228"/>
                </a:cubicBezTo>
                <a:cubicBezTo>
                  <a:pt x="23050" y="21210"/>
                  <a:pt x="23014" y="21210"/>
                  <a:pt x="22996" y="21191"/>
                </a:cubicBezTo>
                <a:lnTo>
                  <a:pt x="23014" y="21173"/>
                </a:lnTo>
                <a:cubicBezTo>
                  <a:pt x="24449" y="19811"/>
                  <a:pt x="25521" y="18176"/>
                  <a:pt x="26356" y="16324"/>
                </a:cubicBezTo>
                <a:close/>
                <a:moveTo>
                  <a:pt x="9809" y="38665"/>
                </a:moveTo>
                <a:cubicBezTo>
                  <a:pt x="9845" y="38774"/>
                  <a:pt x="9882" y="38883"/>
                  <a:pt x="9918" y="39010"/>
                </a:cubicBezTo>
                <a:cubicBezTo>
                  <a:pt x="10245" y="39991"/>
                  <a:pt x="10572" y="40972"/>
                  <a:pt x="11099" y="41880"/>
                </a:cubicBezTo>
                <a:cubicBezTo>
                  <a:pt x="11971" y="43351"/>
                  <a:pt x="13042" y="44622"/>
                  <a:pt x="14495" y="45549"/>
                </a:cubicBezTo>
                <a:cubicBezTo>
                  <a:pt x="14859" y="45785"/>
                  <a:pt x="15204" y="46021"/>
                  <a:pt x="15567" y="46239"/>
                </a:cubicBezTo>
                <a:cubicBezTo>
                  <a:pt x="15730" y="46348"/>
                  <a:pt x="15767" y="46439"/>
                  <a:pt x="15676" y="46602"/>
                </a:cubicBezTo>
                <a:cubicBezTo>
                  <a:pt x="14931" y="48164"/>
                  <a:pt x="14186" y="49708"/>
                  <a:pt x="13460" y="51270"/>
                </a:cubicBezTo>
                <a:cubicBezTo>
                  <a:pt x="12879" y="52469"/>
                  <a:pt x="12316" y="53686"/>
                  <a:pt x="11753" y="54885"/>
                </a:cubicBezTo>
                <a:cubicBezTo>
                  <a:pt x="11716" y="54976"/>
                  <a:pt x="11680" y="55067"/>
                  <a:pt x="11625" y="55139"/>
                </a:cubicBezTo>
                <a:lnTo>
                  <a:pt x="11571" y="55139"/>
                </a:lnTo>
                <a:cubicBezTo>
                  <a:pt x="11535" y="54758"/>
                  <a:pt x="11535" y="54376"/>
                  <a:pt x="11462" y="53995"/>
                </a:cubicBezTo>
                <a:cubicBezTo>
                  <a:pt x="11208" y="52524"/>
                  <a:pt x="10953" y="51052"/>
                  <a:pt x="10663" y="49581"/>
                </a:cubicBezTo>
                <a:cubicBezTo>
                  <a:pt x="10299" y="47819"/>
                  <a:pt x="9845" y="46057"/>
                  <a:pt x="9518" y="44277"/>
                </a:cubicBezTo>
                <a:cubicBezTo>
                  <a:pt x="9391" y="43515"/>
                  <a:pt x="9446" y="42715"/>
                  <a:pt x="9482" y="41934"/>
                </a:cubicBezTo>
                <a:cubicBezTo>
                  <a:pt x="9537" y="40917"/>
                  <a:pt x="9627" y="39918"/>
                  <a:pt x="9718" y="38919"/>
                </a:cubicBezTo>
                <a:cubicBezTo>
                  <a:pt x="9718" y="38828"/>
                  <a:pt x="9736" y="38756"/>
                  <a:pt x="9809" y="38665"/>
                </a:cubicBezTo>
                <a:close/>
                <a:moveTo>
                  <a:pt x="16984" y="47274"/>
                </a:moveTo>
                <a:cubicBezTo>
                  <a:pt x="17165" y="47420"/>
                  <a:pt x="17311" y="47547"/>
                  <a:pt x="17456" y="47674"/>
                </a:cubicBezTo>
                <a:cubicBezTo>
                  <a:pt x="19127" y="49182"/>
                  <a:pt x="20544" y="50889"/>
                  <a:pt x="21634" y="52851"/>
                </a:cubicBezTo>
                <a:cubicBezTo>
                  <a:pt x="21756" y="53078"/>
                  <a:pt x="21895" y="53306"/>
                  <a:pt x="22198" y="53306"/>
                </a:cubicBezTo>
                <a:cubicBezTo>
                  <a:pt x="22209" y="53306"/>
                  <a:pt x="22221" y="53305"/>
                  <a:pt x="22233" y="53305"/>
                </a:cubicBezTo>
                <a:cubicBezTo>
                  <a:pt x="22269" y="53305"/>
                  <a:pt x="22342" y="53395"/>
                  <a:pt x="22360" y="53450"/>
                </a:cubicBezTo>
                <a:cubicBezTo>
                  <a:pt x="22433" y="53904"/>
                  <a:pt x="22505" y="54376"/>
                  <a:pt x="22560" y="54849"/>
                </a:cubicBezTo>
                <a:cubicBezTo>
                  <a:pt x="22578" y="54939"/>
                  <a:pt x="22524" y="55085"/>
                  <a:pt x="22451" y="55157"/>
                </a:cubicBezTo>
                <a:cubicBezTo>
                  <a:pt x="21761" y="55993"/>
                  <a:pt x="20907" y="56574"/>
                  <a:pt x="19926" y="57010"/>
                </a:cubicBezTo>
                <a:cubicBezTo>
                  <a:pt x="18655" y="57555"/>
                  <a:pt x="17292" y="57864"/>
                  <a:pt x="15930" y="58209"/>
                </a:cubicBezTo>
                <a:cubicBezTo>
                  <a:pt x="14568" y="58554"/>
                  <a:pt x="13242" y="59008"/>
                  <a:pt x="12116" y="59916"/>
                </a:cubicBezTo>
                <a:cubicBezTo>
                  <a:pt x="11934" y="60062"/>
                  <a:pt x="11753" y="60225"/>
                  <a:pt x="11535" y="60425"/>
                </a:cubicBezTo>
                <a:cubicBezTo>
                  <a:pt x="11571" y="60207"/>
                  <a:pt x="11589" y="60043"/>
                  <a:pt x="11625" y="59880"/>
                </a:cubicBezTo>
                <a:cubicBezTo>
                  <a:pt x="11952" y="58100"/>
                  <a:pt x="12588" y="56447"/>
                  <a:pt x="13369" y="54830"/>
                </a:cubicBezTo>
                <a:cubicBezTo>
                  <a:pt x="14314" y="52851"/>
                  <a:pt x="15294" y="50889"/>
                  <a:pt x="16257" y="48927"/>
                </a:cubicBezTo>
                <a:cubicBezTo>
                  <a:pt x="16511" y="48401"/>
                  <a:pt x="16729" y="47856"/>
                  <a:pt x="16984" y="47274"/>
                </a:cubicBezTo>
                <a:close/>
                <a:moveTo>
                  <a:pt x="5975" y="0"/>
                </a:moveTo>
                <a:cubicBezTo>
                  <a:pt x="5460" y="0"/>
                  <a:pt x="4981" y="391"/>
                  <a:pt x="4905" y="921"/>
                </a:cubicBezTo>
                <a:cubicBezTo>
                  <a:pt x="4887" y="1103"/>
                  <a:pt x="4869" y="1284"/>
                  <a:pt x="4869" y="1466"/>
                </a:cubicBezTo>
                <a:cubicBezTo>
                  <a:pt x="4869" y="2973"/>
                  <a:pt x="5232" y="4390"/>
                  <a:pt x="5977" y="5698"/>
                </a:cubicBezTo>
                <a:cubicBezTo>
                  <a:pt x="6540" y="6733"/>
                  <a:pt x="7157" y="7732"/>
                  <a:pt x="7775" y="8749"/>
                </a:cubicBezTo>
                <a:cubicBezTo>
                  <a:pt x="8465" y="9857"/>
                  <a:pt x="9173" y="10929"/>
                  <a:pt x="9736" y="12128"/>
                </a:cubicBezTo>
                <a:cubicBezTo>
                  <a:pt x="10681" y="14126"/>
                  <a:pt x="10917" y="16160"/>
                  <a:pt x="10154" y="18267"/>
                </a:cubicBezTo>
                <a:cubicBezTo>
                  <a:pt x="9936" y="18903"/>
                  <a:pt x="9700" y="19520"/>
                  <a:pt x="9446" y="20192"/>
                </a:cubicBezTo>
                <a:cubicBezTo>
                  <a:pt x="9264" y="19902"/>
                  <a:pt x="9119" y="19666"/>
                  <a:pt x="8974" y="19430"/>
                </a:cubicBezTo>
                <a:cubicBezTo>
                  <a:pt x="8301" y="18394"/>
                  <a:pt x="7629" y="17359"/>
                  <a:pt x="6957" y="16324"/>
                </a:cubicBezTo>
                <a:cubicBezTo>
                  <a:pt x="6830" y="16142"/>
                  <a:pt x="6776" y="15979"/>
                  <a:pt x="6848" y="15742"/>
                </a:cubicBezTo>
                <a:cubicBezTo>
                  <a:pt x="6976" y="15343"/>
                  <a:pt x="6976" y="14925"/>
                  <a:pt x="6848" y="14507"/>
                </a:cubicBezTo>
                <a:cubicBezTo>
                  <a:pt x="6521" y="13327"/>
                  <a:pt x="6158" y="12128"/>
                  <a:pt x="5795" y="10947"/>
                </a:cubicBezTo>
                <a:cubicBezTo>
                  <a:pt x="5613" y="10420"/>
                  <a:pt x="5377" y="9894"/>
                  <a:pt x="5141" y="9367"/>
                </a:cubicBezTo>
                <a:cubicBezTo>
                  <a:pt x="5029" y="9109"/>
                  <a:pt x="4813" y="8976"/>
                  <a:pt x="4587" y="8976"/>
                </a:cubicBezTo>
                <a:cubicBezTo>
                  <a:pt x="4447" y="8976"/>
                  <a:pt x="4303" y="9027"/>
                  <a:pt x="4178" y="9131"/>
                </a:cubicBezTo>
                <a:cubicBezTo>
                  <a:pt x="3942" y="9349"/>
                  <a:pt x="3979" y="9603"/>
                  <a:pt x="4051" y="9857"/>
                </a:cubicBezTo>
                <a:cubicBezTo>
                  <a:pt x="4360" y="10856"/>
                  <a:pt x="4669" y="11837"/>
                  <a:pt x="4959" y="12818"/>
                </a:cubicBezTo>
                <a:cubicBezTo>
                  <a:pt x="5068" y="13181"/>
                  <a:pt x="5141" y="13526"/>
                  <a:pt x="5232" y="13908"/>
                </a:cubicBezTo>
                <a:cubicBezTo>
                  <a:pt x="5177" y="13890"/>
                  <a:pt x="5159" y="13890"/>
                  <a:pt x="5141" y="13890"/>
                </a:cubicBezTo>
                <a:cubicBezTo>
                  <a:pt x="5105" y="13853"/>
                  <a:pt x="5087" y="13817"/>
                  <a:pt x="5050" y="13781"/>
                </a:cubicBezTo>
                <a:cubicBezTo>
                  <a:pt x="3888" y="12382"/>
                  <a:pt x="2671" y="11056"/>
                  <a:pt x="1272" y="9912"/>
                </a:cubicBezTo>
                <a:cubicBezTo>
                  <a:pt x="976" y="9659"/>
                  <a:pt x="788" y="9532"/>
                  <a:pt x="617" y="9532"/>
                </a:cubicBezTo>
                <a:cubicBezTo>
                  <a:pt x="432" y="9532"/>
                  <a:pt x="265" y="9682"/>
                  <a:pt x="1" y="9985"/>
                </a:cubicBezTo>
                <a:lnTo>
                  <a:pt x="19" y="10003"/>
                </a:lnTo>
                <a:lnTo>
                  <a:pt x="19" y="10239"/>
                </a:lnTo>
                <a:cubicBezTo>
                  <a:pt x="200" y="10439"/>
                  <a:pt x="364" y="10657"/>
                  <a:pt x="564" y="10838"/>
                </a:cubicBezTo>
                <a:cubicBezTo>
                  <a:pt x="2289" y="12400"/>
                  <a:pt x="3761" y="14162"/>
                  <a:pt x="5123" y="16033"/>
                </a:cubicBezTo>
                <a:cubicBezTo>
                  <a:pt x="5668" y="16778"/>
                  <a:pt x="6176" y="17522"/>
                  <a:pt x="6685" y="18285"/>
                </a:cubicBezTo>
                <a:cubicBezTo>
                  <a:pt x="6758" y="18376"/>
                  <a:pt x="6794" y="18467"/>
                  <a:pt x="6830" y="18594"/>
                </a:cubicBezTo>
                <a:cubicBezTo>
                  <a:pt x="6703" y="18540"/>
                  <a:pt x="6576" y="18485"/>
                  <a:pt x="6449" y="18431"/>
                </a:cubicBezTo>
                <a:cubicBezTo>
                  <a:pt x="4923" y="17722"/>
                  <a:pt x="3397" y="17032"/>
                  <a:pt x="1872" y="16342"/>
                </a:cubicBezTo>
                <a:cubicBezTo>
                  <a:pt x="1781" y="16305"/>
                  <a:pt x="1690" y="16251"/>
                  <a:pt x="1599" y="16215"/>
                </a:cubicBezTo>
                <a:cubicBezTo>
                  <a:pt x="1509" y="16180"/>
                  <a:pt x="1423" y="16163"/>
                  <a:pt x="1344" y="16163"/>
                </a:cubicBezTo>
                <a:cubicBezTo>
                  <a:pt x="1133" y="16163"/>
                  <a:pt x="965" y="16281"/>
                  <a:pt x="873" y="16505"/>
                </a:cubicBezTo>
                <a:cubicBezTo>
                  <a:pt x="727" y="16814"/>
                  <a:pt x="818" y="17050"/>
                  <a:pt x="1163" y="17214"/>
                </a:cubicBezTo>
                <a:cubicBezTo>
                  <a:pt x="2344" y="17777"/>
                  <a:pt x="3543" y="18303"/>
                  <a:pt x="4741" y="18848"/>
                </a:cubicBezTo>
                <a:cubicBezTo>
                  <a:pt x="5413" y="19157"/>
                  <a:pt x="6067" y="19484"/>
                  <a:pt x="6739" y="19775"/>
                </a:cubicBezTo>
                <a:cubicBezTo>
                  <a:pt x="7048" y="19884"/>
                  <a:pt x="7375" y="19920"/>
                  <a:pt x="7666" y="20011"/>
                </a:cubicBezTo>
                <a:cubicBezTo>
                  <a:pt x="7775" y="20047"/>
                  <a:pt x="7884" y="20102"/>
                  <a:pt x="7938" y="20174"/>
                </a:cubicBezTo>
                <a:cubicBezTo>
                  <a:pt x="8229" y="20628"/>
                  <a:pt x="8538" y="21101"/>
                  <a:pt x="8810" y="21573"/>
                </a:cubicBezTo>
                <a:cubicBezTo>
                  <a:pt x="8865" y="21646"/>
                  <a:pt x="8846" y="21809"/>
                  <a:pt x="8810" y="21918"/>
                </a:cubicBezTo>
                <a:cubicBezTo>
                  <a:pt x="8356" y="23135"/>
                  <a:pt x="8120" y="24406"/>
                  <a:pt x="8211" y="25714"/>
                </a:cubicBezTo>
                <a:cubicBezTo>
                  <a:pt x="8265" y="26532"/>
                  <a:pt x="8392" y="27367"/>
                  <a:pt x="8519" y="28184"/>
                </a:cubicBezTo>
                <a:cubicBezTo>
                  <a:pt x="8737" y="29801"/>
                  <a:pt x="8974" y="31436"/>
                  <a:pt x="8719" y="33070"/>
                </a:cubicBezTo>
                <a:cubicBezTo>
                  <a:pt x="8592" y="33960"/>
                  <a:pt x="8374" y="34850"/>
                  <a:pt x="8174" y="35722"/>
                </a:cubicBezTo>
                <a:cubicBezTo>
                  <a:pt x="7611" y="38320"/>
                  <a:pt x="7248" y="40953"/>
                  <a:pt x="7266" y="43605"/>
                </a:cubicBezTo>
                <a:cubicBezTo>
                  <a:pt x="7284" y="45440"/>
                  <a:pt x="7502" y="47256"/>
                  <a:pt x="7775" y="49054"/>
                </a:cubicBezTo>
                <a:cubicBezTo>
                  <a:pt x="8029" y="50798"/>
                  <a:pt x="8265" y="52524"/>
                  <a:pt x="8483" y="54267"/>
                </a:cubicBezTo>
                <a:cubicBezTo>
                  <a:pt x="8683" y="55975"/>
                  <a:pt x="8774" y="57664"/>
                  <a:pt x="8719" y="59389"/>
                </a:cubicBezTo>
                <a:cubicBezTo>
                  <a:pt x="8683" y="61188"/>
                  <a:pt x="8447" y="62950"/>
                  <a:pt x="8120" y="64730"/>
                </a:cubicBezTo>
                <a:cubicBezTo>
                  <a:pt x="7684" y="67163"/>
                  <a:pt x="7030" y="69561"/>
                  <a:pt x="6449" y="71977"/>
                </a:cubicBezTo>
                <a:cubicBezTo>
                  <a:pt x="6249" y="72812"/>
                  <a:pt x="6067" y="73666"/>
                  <a:pt x="6086" y="74538"/>
                </a:cubicBezTo>
                <a:cubicBezTo>
                  <a:pt x="6104" y="74847"/>
                  <a:pt x="6140" y="75174"/>
                  <a:pt x="6194" y="75482"/>
                </a:cubicBezTo>
                <a:cubicBezTo>
                  <a:pt x="6236" y="75661"/>
                  <a:pt x="6303" y="75748"/>
                  <a:pt x="6397" y="75748"/>
                </a:cubicBezTo>
                <a:cubicBezTo>
                  <a:pt x="6465" y="75748"/>
                  <a:pt x="6549" y="75702"/>
                  <a:pt x="6649" y="75610"/>
                </a:cubicBezTo>
                <a:cubicBezTo>
                  <a:pt x="6776" y="75501"/>
                  <a:pt x="6885" y="75392"/>
                  <a:pt x="7048" y="75228"/>
                </a:cubicBezTo>
                <a:lnTo>
                  <a:pt x="7048" y="75228"/>
                </a:lnTo>
                <a:cubicBezTo>
                  <a:pt x="7030" y="75610"/>
                  <a:pt x="6976" y="75973"/>
                  <a:pt x="7321" y="76191"/>
                </a:cubicBezTo>
                <a:lnTo>
                  <a:pt x="7720" y="76191"/>
                </a:lnTo>
                <a:cubicBezTo>
                  <a:pt x="7902" y="75900"/>
                  <a:pt x="8138" y="75628"/>
                  <a:pt x="8283" y="75319"/>
                </a:cubicBezTo>
                <a:cubicBezTo>
                  <a:pt x="8974" y="74029"/>
                  <a:pt x="9355" y="72613"/>
                  <a:pt x="9682" y="71196"/>
                </a:cubicBezTo>
                <a:cubicBezTo>
                  <a:pt x="10136" y="69107"/>
                  <a:pt x="10517" y="66982"/>
                  <a:pt x="10935" y="64893"/>
                </a:cubicBezTo>
                <a:cubicBezTo>
                  <a:pt x="10953" y="64784"/>
                  <a:pt x="11008" y="64639"/>
                  <a:pt x="11099" y="64602"/>
                </a:cubicBezTo>
                <a:cubicBezTo>
                  <a:pt x="12425" y="63767"/>
                  <a:pt x="13860" y="63276"/>
                  <a:pt x="15422" y="63258"/>
                </a:cubicBezTo>
                <a:cubicBezTo>
                  <a:pt x="15564" y="63255"/>
                  <a:pt x="15707" y="63254"/>
                  <a:pt x="15850" y="63254"/>
                </a:cubicBezTo>
                <a:cubicBezTo>
                  <a:pt x="16565" y="63254"/>
                  <a:pt x="17286" y="63292"/>
                  <a:pt x="17983" y="63367"/>
                </a:cubicBezTo>
                <a:cubicBezTo>
                  <a:pt x="18891" y="63440"/>
                  <a:pt x="19799" y="63549"/>
                  <a:pt x="20707" y="63731"/>
                </a:cubicBezTo>
                <a:cubicBezTo>
                  <a:pt x="22487" y="64058"/>
                  <a:pt x="24267" y="64457"/>
                  <a:pt x="26084" y="64584"/>
                </a:cubicBezTo>
                <a:cubicBezTo>
                  <a:pt x="26465" y="64606"/>
                  <a:pt x="26850" y="64622"/>
                  <a:pt x="27235" y="64622"/>
                </a:cubicBezTo>
                <a:cubicBezTo>
                  <a:pt x="27821" y="64622"/>
                  <a:pt x="28409" y="64585"/>
                  <a:pt x="28990" y="64475"/>
                </a:cubicBezTo>
                <a:cubicBezTo>
                  <a:pt x="30370" y="64221"/>
                  <a:pt x="31678" y="63712"/>
                  <a:pt x="32913" y="63040"/>
                </a:cubicBezTo>
                <a:cubicBezTo>
                  <a:pt x="34839" y="62023"/>
                  <a:pt x="36855" y="61406"/>
                  <a:pt x="39016" y="61115"/>
                </a:cubicBezTo>
                <a:cubicBezTo>
                  <a:pt x="40088" y="60970"/>
                  <a:pt x="41159" y="60715"/>
                  <a:pt x="42213" y="60425"/>
                </a:cubicBezTo>
                <a:cubicBezTo>
                  <a:pt x="43539" y="60062"/>
                  <a:pt x="44720" y="59335"/>
                  <a:pt x="45791" y="58481"/>
                </a:cubicBezTo>
                <a:cubicBezTo>
                  <a:pt x="45973" y="58336"/>
                  <a:pt x="46173" y="58227"/>
                  <a:pt x="46409" y="58227"/>
                </a:cubicBezTo>
                <a:cubicBezTo>
                  <a:pt x="46884" y="58216"/>
                  <a:pt x="47352" y="58190"/>
                  <a:pt x="47817" y="58190"/>
                </a:cubicBezTo>
                <a:cubicBezTo>
                  <a:pt x="48099" y="58190"/>
                  <a:pt x="48380" y="58200"/>
                  <a:pt x="48661" y="58227"/>
                </a:cubicBezTo>
                <a:cubicBezTo>
                  <a:pt x="50150" y="58390"/>
                  <a:pt x="51640" y="58627"/>
                  <a:pt x="53111" y="58845"/>
                </a:cubicBezTo>
                <a:cubicBezTo>
                  <a:pt x="53682" y="58934"/>
                  <a:pt x="54253" y="58987"/>
                  <a:pt x="54823" y="58987"/>
                </a:cubicBezTo>
                <a:cubicBezTo>
                  <a:pt x="55521" y="58987"/>
                  <a:pt x="56217" y="58908"/>
                  <a:pt x="56907" y="58717"/>
                </a:cubicBezTo>
                <a:cubicBezTo>
                  <a:pt x="57398" y="58590"/>
                  <a:pt x="57888" y="58390"/>
                  <a:pt x="58379" y="58209"/>
                </a:cubicBezTo>
                <a:cubicBezTo>
                  <a:pt x="58560" y="58136"/>
                  <a:pt x="58633" y="57973"/>
                  <a:pt x="58597" y="57773"/>
                </a:cubicBezTo>
                <a:cubicBezTo>
                  <a:pt x="58560" y="57573"/>
                  <a:pt x="58397" y="57482"/>
                  <a:pt x="58197" y="57482"/>
                </a:cubicBezTo>
                <a:cubicBezTo>
                  <a:pt x="58088" y="57500"/>
                  <a:pt x="57997" y="57500"/>
                  <a:pt x="57906" y="57500"/>
                </a:cubicBezTo>
                <a:cubicBezTo>
                  <a:pt x="56526" y="57519"/>
                  <a:pt x="55127" y="57555"/>
                  <a:pt x="53747" y="57573"/>
                </a:cubicBezTo>
                <a:cubicBezTo>
                  <a:pt x="53493" y="57573"/>
                  <a:pt x="53238" y="57537"/>
                  <a:pt x="53002" y="57519"/>
                </a:cubicBezTo>
                <a:cubicBezTo>
                  <a:pt x="53057" y="57428"/>
                  <a:pt x="53129" y="57391"/>
                  <a:pt x="53202" y="57355"/>
                </a:cubicBezTo>
                <a:cubicBezTo>
                  <a:pt x="53838" y="57028"/>
                  <a:pt x="54473" y="56719"/>
                  <a:pt x="55073" y="56374"/>
                </a:cubicBezTo>
                <a:cubicBezTo>
                  <a:pt x="55763" y="55975"/>
                  <a:pt x="56344" y="55448"/>
                  <a:pt x="56798" y="54794"/>
                </a:cubicBezTo>
                <a:cubicBezTo>
                  <a:pt x="56907" y="54667"/>
                  <a:pt x="57107" y="54522"/>
                  <a:pt x="56944" y="54322"/>
                </a:cubicBezTo>
                <a:cubicBezTo>
                  <a:pt x="56883" y="54254"/>
                  <a:pt x="56817" y="54230"/>
                  <a:pt x="56751" y="54230"/>
                </a:cubicBezTo>
                <a:cubicBezTo>
                  <a:pt x="56639" y="54230"/>
                  <a:pt x="56526" y="54301"/>
                  <a:pt x="56435" y="54358"/>
                </a:cubicBezTo>
                <a:cubicBezTo>
                  <a:pt x="55781" y="54721"/>
                  <a:pt x="55127" y="55103"/>
                  <a:pt x="54473" y="55484"/>
                </a:cubicBezTo>
                <a:cubicBezTo>
                  <a:pt x="53765" y="55920"/>
                  <a:pt x="53038" y="56338"/>
                  <a:pt x="52221" y="56592"/>
                </a:cubicBezTo>
                <a:cubicBezTo>
                  <a:pt x="51731" y="56756"/>
                  <a:pt x="51240" y="57028"/>
                  <a:pt x="50750" y="57228"/>
                </a:cubicBezTo>
                <a:cubicBezTo>
                  <a:pt x="50718" y="57249"/>
                  <a:pt x="50674" y="57258"/>
                  <a:pt x="50628" y="57258"/>
                </a:cubicBezTo>
                <a:cubicBezTo>
                  <a:pt x="50595" y="57258"/>
                  <a:pt x="50562" y="57254"/>
                  <a:pt x="50532" y="57246"/>
                </a:cubicBezTo>
                <a:cubicBezTo>
                  <a:pt x="49715" y="57155"/>
                  <a:pt x="48897" y="57065"/>
                  <a:pt x="48080" y="56974"/>
                </a:cubicBezTo>
                <a:cubicBezTo>
                  <a:pt x="47934" y="56956"/>
                  <a:pt x="47789" y="56956"/>
                  <a:pt x="47608" y="56937"/>
                </a:cubicBezTo>
                <a:cubicBezTo>
                  <a:pt x="48933" y="55684"/>
                  <a:pt x="50132" y="54358"/>
                  <a:pt x="51258" y="52996"/>
                </a:cubicBezTo>
                <a:cubicBezTo>
                  <a:pt x="52148" y="51906"/>
                  <a:pt x="53057" y="50816"/>
                  <a:pt x="53947" y="49745"/>
                </a:cubicBezTo>
                <a:cubicBezTo>
                  <a:pt x="54056" y="49636"/>
                  <a:pt x="54219" y="49527"/>
                  <a:pt x="54364" y="49490"/>
                </a:cubicBezTo>
                <a:cubicBezTo>
                  <a:pt x="55088" y="49299"/>
                  <a:pt x="55818" y="49219"/>
                  <a:pt x="56550" y="49219"/>
                </a:cubicBezTo>
                <a:cubicBezTo>
                  <a:pt x="57068" y="49219"/>
                  <a:pt x="57587" y="49259"/>
                  <a:pt x="58106" y="49327"/>
                </a:cubicBezTo>
                <a:cubicBezTo>
                  <a:pt x="58978" y="49454"/>
                  <a:pt x="59850" y="49599"/>
                  <a:pt x="60722" y="49726"/>
                </a:cubicBezTo>
                <a:cubicBezTo>
                  <a:pt x="61139" y="49781"/>
                  <a:pt x="61503" y="49908"/>
                  <a:pt x="61848" y="50126"/>
                </a:cubicBezTo>
                <a:cubicBezTo>
                  <a:pt x="62138" y="50326"/>
                  <a:pt x="62465" y="50489"/>
                  <a:pt x="62774" y="50653"/>
                </a:cubicBezTo>
                <a:cubicBezTo>
                  <a:pt x="63900" y="51270"/>
                  <a:pt x="65026" y="51833"/>
                  <a:pt x="66044" y="52596"/>
                </a:cubicBezTo>
                <a:cubicBezTo>
                  <a:pt x="66697" y="53087"/>
                  <a:pt x="67333" y="53632"/>
                  <a:pt x="68023" y="54068"/>
                </a:cubicBezTo>
                <a:cubicBezTo>
                  <a:pt x="68659" y="54485"/>
                  <a:pt x="69368" y="54794"/>
                  <a:pt x="70040" y="55139"/>
                </a:cubicBezTo>
                <a:cubicBezTo>
                  <a:pt x="70105" y="55168"/>
                  <a:pt x="70167" y="55186"/>
                  <a:pt x="70226" y="55186"/>
                </a:cubicBezTo>
                <a:cubicBezTo>
                  <a:pt x="70314" y="55186"/>
                  <a:pt x="70392" y="55146"/>
                  <a:pt x="70457" y="55048"/>
                </a:cubicBezTo>
                <a:cubicBezTo>
                  <a:pt x="70585" y="54867"/>
                  <a:pt x="70476" y="54740"/>
                  <a:pt x="70367" y="54631"/>
                </a:cubicBezTo>
                <a:cubicBezTo>
                  <a:pt x="70203" y="54485"/>
                  <a:pt x="70058" y="54322"/>
                  <a:pt x="69894" y="54177"/>
                </a:cubicBezTo>
                <a:cubicBezTo>
                  <a:pt x="68132" y="52687"/>
                  <a:pt x="66280" y="51325"/>
                  <a:pt x="64318" y="50108"/>
                </a:cubicBezTo>
                <a:cubicBezTo>
                  <a:pt x="64300" y="50108"/>
                  <a:pt x="64282" y="50072"/>
                  <a:pt x="64282" y="50072"/>
                </a:cubicBezTo>
                <a:cubicBezTo>
                  <a:pt x="65190" y="49944"/>
                  <a:pt x="66116" y="49835"/>
                  <a:pt x="67024" y="49690"/>
                </a:cubicBezTo>
                <a:cubicBezTo>
                  <a:pt x="68187" y="49490"/>
                  <a:pt x="69331" y="49200"/>
                  <a:pt x="70367" y="48600"/>
                </a:cubicBezTo>
                <a:cubicBezTo>
                  <a:pt x="70839" y="48328"/>
                  <a:pt x="71275" y="47983"/>
                  <a:pt x="71692" y="47619"/>
                </a:cubicBezTo>
                <a:cubicBezTo>
                  <a:pt x="71947" y="47402"/>
                  <a:pt x="71838" y="47038"/>
                  <a:pt x="71511" y="46929"/>
                </a:cubicBezTo>
                <a:cubicBezTo>
                  <a:pt x="71447" y="46908"/>
                  <a:pt x="71377" y="46899"/>
                  <a:pt x="71304" y="46899"/>
                </a:cubicBezTo>
                <a:cubicBezTo>
                  <a:pt x="71253" y="46899"/>
                  <a:pt x="71200" y="46904"/>
                  <a:pt x="71148" y="46911"/>
                </a:cubicBezTo>
                <a:cubicBezTo>
                  <a:pt x="70530" y="47075"/>
                  <a:pt x="69912" y="47238"/>
                  <a:pt x="69295" y="47402"/>
                </a:cubicBezTo>
                <a:cubicBezTo>
                  <a:pt x="67878" y="47801"/>
                  <a:pt x="66461" y="48237"/>
                  <a:pt x="64972" y="48419"/>
                </a:cubicBezTo>
                <a:cubicBezTo>
                  <a:pt x="64423" y="48484"/>
                  <a:pt x="63877" y="48519"/>
                  <a:pt x="63332" y="48519"/>
                </a:cubicBezTo>
                <a:cubicBezTo>
                  <a:pt x="62364" y="48519"/>
                  <a:pt x="61403" y="48409"/>
                  <a:pt x="60449" y="48164"/>
                </a:cubicBezTo>
                <a:cubicBezTo>
                  <a:pt x="59414" y="47892"/>
                  <a:pt x="58379" y="47601"/>
                  <a:pt x="57289" y="47547"/>
                </a:cubicBezTo>
                <a:cubicBezTo>
                  <a:pt x="57156" y="47541"/>
                  <a:pt x="57022" y="47539"/>
                  <a:pt x="56889" y="47539"/>
                </a:cubicBezTo>
                <a:cubicBezTo>
                  <a:pt x="56623" y="47539"/>
                  <a:pt x="56356" y="47547"/>
                  <a:pt x="56090" y="47547"/>
                </a:cubicBezTo>
                <a:cubicBezTo>
                  <a:pt x="56090" y="47456"/>
                  <a:pt x="56126" y="47420"/>
                  <a:pt x="56144" y="47402"/>
                </a:cubicBezTo>
                <a:cubicBezTo>
                  <a:pt x="56744" y="47002"/>
                  <a:pt x="57289" y="46548"/>
                  <a:pt x="57906" y="46203"/>
                </a:cubicBezTo>
                <a:cubicBezTo>
                  <a:pt x="59287" y="45422"/>
                  <a:pt x="60794" y="44986"/>
                  <a:pt x="62284" y="44477"/>
                </a:cubicBezTo>
                <a:cubicBezTo>
                  <a:pt x="62314" y="44462"/>
                  <a:pt x="62352" y="44456"/>
                  <a:pt x="62391" y="44456"/>
                </a:cubicBezTo>
                <a:cubicBezTo>
                  <a:pt x="62445" y="44456"/>
                  <a:pt x="62504" y="44467"/>
                  <a:pt x="62556" y="44477"/>
                </a:cubicBezTo>
                <a:cubicBezTo>
                  <a:pt x="63410" y="44604"/>
                  <a:pt x="64264" y="44750"/>
                  <a:pt x="65117" y="44877"/>
                </a:cubicBezTo>
                <a:cubicBezTo>
                  <a:pt x="65989" y="45004"/>
                  <a:pt x="66861" y="45113"/>
                  <a:pt x="67751" y="45204"/>
                </a:cubicBezTo>
                <a:cubicBezTo>
                  <a:pt x="68677" y="45276"/>
                  <a:pt x="69622" y="45349"/>
                  <a:pt x="70548" y="45349"/>
                </a:cubicBezTo>
                <a:cubicBezTo>
                  <a:pt x="71311" y="45349"/>
                  <a:pt x="71983" y="45040"/>
                  <a:pt x="72528" y="44495"/>
                </a:cubicBezTo>
                <a:cubicBezTo>
                  <a:pt x="72655" y="44386"/>
                  <a:pt x="72800" y="44259"/>
                  <a:pt x="72710" y="44059"/>
                </a:cubicBezTo>
                <a:cubicBezTo>
                  <a:pt x="72619" y="43841"/>
                  <a:pt x="72455" y="43823"/>
                  <a:pt x="72256" y="43823"/>
                </a:cubicBezTo>
                <a:cubicBezTo>
                  <a:pt x="72074" y="43841"/>
                  <a:pt x="71892" y="43860"/>
                  <a:pt x="71711" y="43860"/>
                </a:cubicBezTo>
                <a:cubicBezTo>
                  <a:pt x="71427" y="43871"/>
                  <a:pt x="71144" y="43876"/>
                  <a:pt x="70861" y="43876"/>
                </a:cubicBezTo>
                <a:cubicBezTo>
                  <a:pt x="69260" y="43876"/>
                  <a:pt x="67670" y="43710"/>
                  <a:pt x="66080" y="43478"/>
                </a:cubicBezTo>
                <a:cubicBezTo>
                  <a:pt x="65789" y="43424"/>
                  <a:pt x="65517" y="43369"/>
                  <a:pt x="65226" y="43333"/>
                </a:cubicBezTo>
                <a:cubicBezTo>
                  <a:pt x="65317" y="43242"/>
                  <a:pt x="65390" y="43206"/>
                  <a:pt x="65462" y="43151"/>
                </a:cubicBezTo>
                <a:cubicBezTo>
                  <a:pt x="66988" y="42425"/>
                  <a:pt x="68423" y="41553"/>
                  <a:pt x="69749" y="40499"/>
                </a:cubicBezTo>
                <a:cubicBezTo>
                  <a:pt x="70167" y="40154"/>
                  <a:pt x="70566" y="39791"/>
                  <a:pt x="70984" y="39428"/>
                </a:cubicBezTo>
                <a:cubicBezTo>
                  <a:pt x="71202" y="39228"/>
                  <a:pt x="71184" y="38974"/>
                  <a:pt x="70966" y="38756"/>
                </a:cubicBezTo>
                <a:cubicBezTo>
                  <a:pt x="70869" y="38659"/>
                  <a:pt x="70768" y="38619"/>
                  <a:pt x="70661" y="38619"/>
                </a:cubicBezTo>
                <a:cubicBezTo>
                  <a:pt x="70567" y="38619"/>
                  <a:pt x="70469" y="38650"/>
                  <a:pt x="70367" y="38701"/>
                </a:cubicBezTo>
                <a:cubicBezTo>
                  <a:pt x="69222" y="39246"/>
                  <a:pt x="68060" y="39809"/>
                  <a:pt x="66915" y="40372"/>
                </a:cubicBezTo>
                <a:cubicBezTo>
                  <a:pt x="65499" y="41099"/>
                  <a:pt x="64064" y="41825"/>
                  <a:pt x="62538" y="42316"/>
                </a:cubicBezTo>
                <a:cubicBezTo>
                  <a:pt x="61248" y="42715"/>
                  <a:pt x="59977" y="43079"/>
                  <a:pt x="58687" y="43460"/>
                </a:cubicBezTo>
                <a:cubicBezTo>
                  <a:pt x="58675" y="43466"/>
                  <a:pt x="58661" y="43468"/>
                  <a:pt x="58646" y="43468"/>
                </a:cubicBezTo>
                <a:cubicBezTo>
                  <a:pt x="58615" y="43468"/>
                  <a:pt x="58578" y="43460"/>
                  <a:pt x="58542" y="43460"/>
                </a:cubicBezTo>
                <a:cubicBezTo>
                  <a:pt x="58578" y="43406"/>
                  <a:pt x="58597" y="43351"/>
                  <a:pt x="58633" y="43297"/>
                </a:cubicBezTo>
                <a:cubicBezTo>
                  <a:pt x="59087" y="42570"/>
                  <a:pt x="59541" y="41862"/>
                  <a:pt x="59977" y="41117"/>
                </a:cubicBezTo>
                <a:cubicBezTo>
                  <a:pt x="60395" y="40390"/>
                  <a:pt x="60685" y="39609"/>
                  <a:pt x="60831" y="38774"/>
                </a:cubicBezTo>
                <a:cubicBezTo>
                  <a:pt x="60885" y="38447"/>
                  <a:pt x="60758" y="38211"/>
                  <a:pt x="60504" y="38120"/>
                </a:cubicBezTo>
                <a:cubicBezTo>
                  <a:pt x="60445" y="38095"/>
                  <a:pt x="60387" y="38083"/>
                  <a:pt x="60331" y="38083"/>
                </a:cubicBezTo>
                <a:cubicBezTo>
                  <a:pt x="60179" y="38083"/>
                  <a:pt x="60037" y="38175"/>
                  <a:pt x="59904" y="38374"/>
                </a:cubicBezTo>
                <a:cubicBezTo>
                  <a:pt x="59668" y="38719"/>
                  <a:pt x="59432" y="39083"/>
                  <a:pt x="59250" y="39446"/>
                </a:cubicBezTo>
                <a:cubicBezTo>
                  <a:pt x="58415" y="41117"/>
                  <a:pt x="57579" y="42770"/>
                  <a:pt x="56471" y="44259"/>
                </a:cubicBezTo>
                <a:cubicBezTo>
                  <a:pt x="56344" y="44441"/>
                  <a:pt x="56181" y="44604"/>
                  <a:pt x="56017" y="44750"/>
                </a:cubicBezTo>
                <a:cubicBezTo>
                  <a:pt x="55363" y="45295"/>
                  <a:pt x="54673" y="45767"/>
                  <a:pt x="54056" y="46348"/>
                </a:cubicBezTo>
                <a:cubicBezTo>
                  <a:pt x="52494" y="47819"/>
                  <a:pt x="51113" y="49472"/>
                  <a:pt x="49787" y="51161"/>
                </a:cubicBezTo>
                <a:cubicBezTo>
                  <a:pt x="49715" y="51234"/>
                  <a:pt x="49642" y="51307"/>
                  <a:pt x="49569" y="51379"/>
                </a:cubicBezTo>
                <a:cubicBezTo>
                  <a:pt x="49569" y="51252"/>
                  <a:pt x="49606" y="51143"/>
                  <a:pt x="49642" y="51052"/>
                </a:cubicBezTo>
                <a:cubicBezTo>
                  <a:pt x="50605" y="48764"/>
                  <a:pt x="51549" y="46475"/>
                  <a:pt x="52657" y="44277"/>
                </a:cubicBezTo>
                <a:cubicBezTo>
                  <a:pt x="52984" y="43623"/>
                  <a:pt x="53220" y="42951"/>
                  <a:pt x="53474" y="42279"/>
                </a:cubicBezTo>
                <a:cubicBezTo>
                  <a:pt x="53602" y="41934"/>
                  <a:pt x="53474" y="41625"/>
                  <a:pt x="53166" y="41480"/>
                </a:cubicBezTo>
                <a:cubicBezTo>
                  <a:pt x="53099" y="41449"/>
                  <a:pt x="53037" y="41433"/>
                  <a:pt x="52979" y="41433"/>
                </a:cubicBezTo>
                <a:cubicBezTo>
                  <a:pt x="52832" y="41433"/>
                  <a:pt x="52704" y="41537"/>
                  <a:pt x="52548" y="41771"/>
                </a:cubicBezTo>
                <a:cubicBezTo>
                  <a:pt x="52185" y="42352"/>
                  <a:pt x="51821" y="42951"/>
                  <a:pt x="51476" y="43533"/>
                </a:cubicBezTo>
                <a:cubicBezTo>
                  <a:pt x="51440" y="43569"/>
                  <a:pt x="51404" y="43605"/>
                  <a:pt x="51349" y="43678"/>
                </a:cubicBezTo>
                <a:cubicBezTo>
                  <a:pt x="51313" y="43424"/>
                  <a:pt x="51277" y="43242"/>
                  <a:pt x="51277" y="43042"/>
                </a:cubicBezTo>
                <a:cubicBezTo>
                  <a:pt x="51240" y="42479"/>
                  <a:pt x="51204" y="41916"/>
                  <a:pt x="51204" y="41353"/>
                </a:cubicBezTo>
                <a:cubicBezTo>
                  <a:pt x="51204" y="41135"/>
                  <a:pt x="51313" y="40917"/>
                  <a:pt x="51349" y="40681"/>
                </a:cubicBezTo>
                <a:cubicBezTo>
                  <a:pt x="51363" y="40425"/>
                  <a:pt x="51222" y="40259"/>
                  <a:pt x="51013" y="40259"/>
                </a:cubicBezTo>
                <a:cubicBezTo>
                  <a:pt x="50954" y="40259"/>
                  <a:pt x="50890" y="40272"/>
                  <a:pt x="50822" y="40300"/>
                </a:cubicBezTo>
                <a:cubicBezTo>
                  <a:pt x="50350" y="40499"/>
                  <a:pt x="50005" y="40972"/>
                  <a:pt x="50041" y="41462"/>
                </a:cubicBezTo>
                <a:cubicBezTo>
                  <a:pt x="50078" y="41843"/>
                  <a:pt x="50169" y="42207"/>
                  <a:pt x="50278" y="42570"/>
                </a:cubicBezTo>
                <a:cubicBezTo>
                  <a:pt x="50405" y="43042"/>
                  <a:pt x="50605" y="43478"/>
                  <a:pt x="50732" y="43950"/>
                </a:cubicBezTo>
                <a:cubicBezTo>
                  <a:pt x="50822" y="44296"/>
                  <a:pt x="50931" y="44659"/>
                  <a:pt x="50732" y="45022"/>
                </a:cubicBezTo>
                <a:cubicBezTo>
                  <a:pt x="50496" y="45531"/>
                  <a:pt x="50278" y="46057"/>
                  <a:pt x="50078" y="46566"/>
                </a:cubicBezTo>
                <a:cubicBezTo>
                  <a:pt x="49424" y="48364"/>
                  <a:pt x="48915" y="50199"/>
                  <a:pt x="48697" y="52106"/>
                </a:cubicBezTo>
                <a:cubicBezTo>
                  <a:pt x="48661" y="52360"/>
                  <a:pt x="48588" y="52578"/>
                  <a:pt x="48407" y="52760"/>
                </a:cubicBezTo>
                <a:cubicBezTo>
                  <a:pt x="47717" y="53468"/>
                  <a:pt x="47044" y="54177"/>
                  <a:pt x="46336" y="54867"/>
                </a:cubicBezTo>
                <a:cubicBezTo>
                  <a:pt x="44992" y="56211"/>
                  <a:pt x="43430" y="57264"/>
                  <a:pt x="41668" y="57991"/>
                </a:cubicBezTo>
                <a:cubicBezTo>
                  <a:pt x="41595" y="58027"/>
                  <a:pt x="41505" y="58045"/>
                  <a:pt x="41396" y="58082"/>
                </a:cubicBezTo>
                <a:cubicBezTo>
                  <a:pt x="41414" y="58009"/>
                  <a:pt x="41432" y="57973"/>
                  <a:pt x="41450" y="57955"/>
                </a:cubicBezTo>
                <a:cubicBezTo>
                  <a:pt x="41832" y="57028"/>
                  <a:pt x="42286" y="56138"/>
                  <a:pt x="42576" y="55194"/>
                </a:cubicBezTo>
                <a:cubicBezTo>
                  <a:pt x="42921" y="54086"/>
                  <a:pt x="43121" y="52905"/>
                  <a:pt x="43412" y="51779"/>
                </a:cubicBezTo>
                <a:cubicBezTo>
                  <a:pt x="43775" y="50290"/>
                  <a:pt x="44211" y="48855"/>
                  <a:pt x="45482" y="47837"/>
                </a:cubicBezTo>
                <a:cubicBezTo>
                  <a:pt x="45646" y="47692"/>
                  <a:pt x="45628" y="47474"/>
                  <a:pt x="45482" y="47311"/>
                </a:cubicBezTo>
                <a:cubicBezTo>
                  <a:pt x="45411" y="47227"/>
                  <a:pt x="45324" y="47191"/>
                  <a:pt x="45222" y="47191"/>
                </a:cubicBezTo>
                <a:cubicBezTo>
                  <a:pt x="45168" y="47191"/>
                  <a:pt x="45109" y="47201"/>
                  <a:pt x="45046" y="47220"/>
                </a:cubicBezTo>
                <a:cubicBezTo>
                  <a:pt x="43938" y="47547"/>
                  <a:pt x="43212" y="48292"/>
                  <a:pt x="42740" y="49327"/>
                </a:cubicBezTo>
                <a:cubicBezTo>
                  <a:pt x="42286" y="50326"/>
                  <a:pt x="42086" y="51379"/>
                  <a:pt x="41813" y="52433"/>
                </a:cubicBezTo>
                <a:cubicBezTo>
                  <a:pt x="41287" y="54503"/>
                  <a:pt x="40687" y="56574"/>
                  <a:pt x="39507" y="58409"/>
                </a:cubicBezTo>
                <a:cubicBezTo>
                  <a:pt x="39452" y="58518"/>
                  <a:pt x="39307" y="58608"/>
                  <a:pt x="39198" y="58645"/>
                </a:cubicBezTo>
                <a:cubicBezTo>
                  <a:pt x="38853" y="58699"/>
                  <a:pt x="38526" y="58717"/>
                  <a:pt x="38181" y="58772"/>
                </a:cubicBezTo>
                <a:cubicBezTo>
                  <a:pt x="37145" y="58954"/>
                  <a:pt x="36092" y="59117"/>
                  <a:pt x="35056" y="59335"/>
                </a:cubicBezTo>
                <a:cubicBezTo>
                  <a:pt x="33876" y="59589"/>
                  <a:pt x="32859" y="60207"/>
                  <a:pt x="31805" y="60770"/>
                </a:cubicBezTo>
                <a:cubicBezTo>
                  <a:pt x="31042" y="61188"/>
                  <a:pt x="30261" y="61587"/>
                  <a:pt x="29426" y="61805"/>
                </a:cubicBezTo>
                <a:cubicBezTo>
                  <a:pt x="28718" y="61998"/>
                  <a:pt x="28001" y="62082"/>
                  <a:pt x="27281" y="62082"/>
                </a:cubicBezTo>
                <a:cubicBezTo>
                  <a:pt x="26985" y="62082"/>
                  <a:pt x="26689" y="62068"/>
                  <a:pt x="26392" y="62041"/>
                </a:cubicBezTo>
                <a:cubicBezTo>
                  <a:pt x="24685" y="61878"/>
                  <a:pt x="22978" y="61660"/>
                  <a:pt x="21288" y="61442"/>
                </a:cubicBezTo>
                <a:cubicBezTo>
                  <a:pt x="20018" y="61261"/>
                  <a:pt x="18737" y="61133"/>
                  <a:pt x="17454" y="61133"/>
                </a:cubicBezTo>
                <a:cubicBezTo>
                  <a:pt x="17067" y="61133"/>
                  <a:pt x="16680" y="61144"/>
                  <a:pt x="16293" y="61170"/>
                </a:cubicBezTo>
                <a:cubicBezTo>
                  <a:pt x="14840" y="61260"/>
                  <a:pt x="13460" y="61605"/>
                  <a:pt x="12152" y="62259"/>
                </a:cubicBezTo>
                <a:cubicBezTo>
                  <a:pt x="12116" y="62277"/>
                  <a:pt x="12079" y="62277"/>
                  <a:pt x="12043" y="62277"/>
                </a:cubicBezTo>
                <a:lnTo>
                  <a:pt x="12007" y="62223"/>
                </a:lnTo>
                <a:cubicBezTo>
                  <a:pt x="12188" y="61987"/>
                  <a:pt x="12370" y="61751"/>
                  <a:pt x="12588" y="61551"/>
                </a:cubicBezTo>
                <a:cubicBezTo>
                  <a:pt x="13224" y="60933"/>
                  <a:pt x="14005" y="60606"/>
                  <a:pt x="14822" y="60316"/>
                </a:cubicBezTo>
                <a:cubicBezTo>
                  <a:pt x="16075" y="59880"/>
                  <a:pt x="17383" y="59680"/>
                  <a:pt x="18673" y="59408"/>
                </a:cubicBezTo>
                <a:cubicBezTo>
                  <a:pt x="20308" y="59063"/>
                  <a:pt x="21797" y="58445"/>
                  <a:pt x="23087" y="57337"/>
                </a:cubicBezTo>
                <a:cubicBezTo>
                  <a:pt x="24013" y="56538"/>
                  <a:pt x="25103" y="56011"/>
                  <a:pt x="26247" y="55611"/>
                </a:cubicBezTo>
                <a:cubicBezTo>
                  <a:pt x="27664" y="55121"/>
                  <a:pt x="29135" y="54903"/>
                  <a:pt x="30606" y="54631"/>
                </a:cubicBezTo>
                <a:cubicBezTo>
                  <a:pt x="31133" y="54540"/>
                  <a:pt x="31733" y="54703"/>
                  <a:pt x="32223" y="54340"/>
                </a:cubicBezTo>
                <a:cubicBezTo>
                  <a:pt x="33767" y="54068"/>
                  <a:pt x="35220" y="53559"/>
                  <a:pt x="36619" y="52851"/>
                </a:cubicBezTo>
                <a:cubicBezTo>
                  <a:pt x="37672" y="52324"/>
                  <a:pt x="38689" y="51724"/>
                  <a:pt x="39525" y="50871"/>
                </a:cubicBezTo>
                <a:cubicBezTo>
                  <a:pt x="40215" y="50162"/>
                  <a:pt x="40796" y="49400"/>
                  <a:pt x="41069" y="48419"/>
                </a:cubicBezTo>
                <a:cubicBezTo>
                  <a:pt x="41131" y="48153"/>
                  <a:pt x="40965" y="47928"/>
                  <a:pt x="40721" y="47928"/>
                </a:cubicBezTo>
                <a:cubicBezTo>
                  <a:pt x="40681" y="47928"/>
                  <a:pt x="40640" y="47934"/>
                  <a:pt x="40596" y="47946"/>
                </a:cubicBezTo>
                <a:cubicBezTo>
                  <a:pt x="40487" y="47965"/>
                  <a:pt x="40378" y="48037"/>
                  <a:pt x="40306" y="48092"/>
                </a:cubicBezTo>
                <a:cubicBezTo>
                  <a:pt x="39743" y="48546"/>
                  <a:pt x="39180" y="49000"/>
                  <a:pt x="38617" y="49454"/>
                </a:cubicBezTo>
                <a:cubicBezTo>
                  <a:pt x="37527" y="50380"/>
                  <a:pt x="36310" y="51107"/>
                  <a:pt x="34984" y="51634"/>
                </a:cubicBezTo>
                <a:cubicBezTo>
                  <a:pt x="34621" y="51779"/>
                  <a:pt x="34257" y="51906"/>
                  <a:pt x="33840" y="52070"/>
                </a:cubicBezTo>
                <a:cubicBezTo>
                  <a:pt x="33894" y="51924"/>
                  <a:pt x="33912" y="51852"/>
                  <a:pt x="33948" y="51779"/>
                </a:cubicBezTo>
                <a:cubicBezTo>
                  <a:pt x="34947" y="50053"/>
                  <a:pt x="35492" y="48146"/>
                  <a:pt x="35965" y="46221"/>
                </a:cubicBezTo>
                <a:cubicBezTo>
                  <a:pt x="36037" y="45858"/>
                  <a:pt x="35874" y="45585"/>
                  <a:pt x="35529" y="45476"/>
                </a:cubicBezTo>
                <a:cubicBezTo>
                  <a:pt x="35448" y="45451"/>
                  <a:pt x="35371" y="45438"/>
                  <a:pt x="35298" y="45438"/>
                </a:cubicBezTo>
                <a:cubicBezTo>
                  <a:pt x="35062" y="45438"/>
                  <a:pt x="34873" y="45571"/>
                  <a:pt x="34748" y="45821"/>
                </a:cubicBezTo>
                <a:cubicBezTo>
                  <a:pt x="34711" y="45912"/>
                  <a:pt x="34675" y="46003"/>
                  <a:pt x="34639" y="46112"/>
                </a:cubicBezTo>
                <a:cubicBezTo>
                  <a:pt x="34275" y="47165"/>
                  <a:pt x="33858" y="48219"/>
                  <a:pt x="33313" y="49218"/>
                </a:cubicBezTo>
                <a:cubicBezTo>
                  <a:pt x="32659" y="50362"/>
                  <a:pt x="32023" y="51506"/>
                  <a:pt x="31369" y="52633"/>
                </a:cubicBezTo>
                <a:cubicBezTo>
                  <a:pt x="31315" y="52723"/>
                  <a:pt x="31206" y="52778"/>
                  <a:pt x="31115" y="52796"/>
                </a:cubicBezTo>
                <a:cubicBezTo>
                  <a:pt x="30588" y="52923"/>
                  <a:pt x="30061" y="53032"/>
                  <a:pt x="29535" y="53141"/>
                </a:cubicBezTo>
                <a:cubicBezTo>
                  <a:pt x="28063" y="53486"/>
                  <a:pt x="26592" y="53777"/>
                  <a:pt x="25212" y="54376"/>
                </a:cubicBezTo>
                <a:lnTo>
                  <a:pt x="25103" y="54376"/>
                </a:lnTo>
                <a:cubicBezTo>
                  <a:pt x="25720" y="52760"/>
                  <a:pt x="26283" y="51161"/>
                  <a:pt x="26955" y="49581"/>
                </a:cubicBezTo>
                <a:cubicBezTo>
                  <a:pt x="28263" y="46457"/>
                  <a:pt x="30497" y="44223"/>
                  <a:pt x="33694" y="42988"/>
                </a:cubicBezTo>
                <a:cubicBezTo>
                  <a:pt x="35347" y="42352"/>
                  <a:pt x="37073" y="42007"/>
                  <a:pt x="38798" y="41644"/>
                </a:cubicBezTo>
                <a:cubicBezTo>
                  <a:pt x="41014" y="41190"/>
                  <a:pt x="43230" y="40717"/>
                  <a:pt x="45373" y="39918"/>
                </a:cubicBezTo>
                <a:cubicBezTo>
                  <a:pt x="46845" y="39373"/>
                  <a:pt x="48134" y="38556"/>
                  <a:pt x="49079" y="37284"/>
                </a:cubicBezTo>
                <a:cubicBezTo>
                  <a:pt x="49751" y="36394"/>
                  <a:pt x="50368" y="35468"/>
                  <a:pt x="51022" y="34560"/>
                </a:cubicBezTo>
                <a:cubicBezTo>
                  <a:pt x="51095" y="34469"/>
                  <a:pt x="51204" y="34378"/>
                  <a:pt x="51295" y="34360"/>
                </a:cubicBezTo>
                <a:cubicBezTo>
                  <a:pt x="51996" y="34160"/>
                  <a:pt x="52703" y="34062"/>
                  <a:pt x="53418" y="34062"/>
                </a:cubicBezTo>
                <a:cubicBezTo>
                  <a:pt x="53870" y="34062"/>
                  <a:pt x="54325" y="34101"/>
                  <a:pt x="54782" y="34178"/>
                </a:cubicBezTo>
                <a:cubicBezTo>
                  <a:pt x="55563" y="34306"/>
                  <a:pt x="56326" y="34469"/>
                  <a:pt x="57107" y="34651"/>
                </a:cubicBezTo>
                <a:cubicBezTo>
                  <a:pt x="57934" y="34840"/>
                  <a:pt x="58778" y="34997"/>
                  <a:pt x="59654" y="34997"/>
                </a:cubicBezTo>
                <a:cubicBezTo>
                  <a:pt x="59701" y="34997"/>
                  <a:pt x="59748" y="34997"/>
                  <a:pt x="59795" y="34996"/>
                </a:cubicBezTo>
                <a:cubicBezTo>
                  <a:pt x="61158" y="34996"/>
                  <a:pt x="62520" y="34723"/>
                  <a:pt x="63828" y="34360"/>
                </a:cubicBezTo>
                <a:cubicBezTo>
                  <a:pt x="64663" y="34106"/>
                  <a:pt x="65499" y="33833"/>
                  <a:pt x="66316" y="33543"/>
                </a:cubicBezTo>
                <a:cubicBezTo>
                  <a:pt x="66643" y="33434"/>
                  <a:pt x="66770" y="33161"/>
                  <a:pt x="66661" y="32889"/>
                </a:cubicBezTo>
                <a:cubicBezTo>
                  <a:pt x="66577" y="32635"/>
                  <a:pt x="66427" y="32513"/>
                  <a:pt x="66203" y="32513"/>
                </a:cubicBezTo>
                <a:cubicBezTo>
                  <a:pt x="66138" y="32513"/>
                  <a:pt x="66067" y="32523"/>
                  <a:pt x="65989" y="32544"/>
                </a:cubicBezTo>
                <a:cubicBezTo>
                  <a:pt x="65789" y="32598"/>
                  <a:pt x="65590" y="32653"/>
                  <a:pt x="65408" y="32707"/>
                </a:cubicBezTo>
                <a:cubicBezTo>
                  <a:pt x="64863" y="32871"/>
                  <a:pt x="64318" y="33052"/>
                  <a:pt x="63773" y="33216"/>
                </a:cubicBezTo>
                <a:cubicBezTo>
                  <a:pt x="63700" y="33234"/>
                  <a:pt x="63628" y="33234"/>
                  <a:pt x="63483" y="33252"/>
                </a:cubicBezTo>
                <a:cubicBezTo>
                  <a:pt x="63555" y="33161"/>
                  <a:pt x="63573" y="33125"/>
                  <a:pt x="63610" y="33089"/>
                </a:cubicBezTo>
                <a:cubicBezTo>
                  <a:pt x="64264" y="32326"/>
                  <a:pt x="64845" y="31508"/>
                  <a:pt x="65281" y="30600"/>
                </a:cubicBezTo>
                <a:cubicBezTo>
                  <a:pt x="65481" y="30219"/>
                  <a:pt x="65571" y="29783"/>
                  <a:pt x="65698" y="29365"/>
                </a:cubicBezTo>
                <a:cubicBezTo>
                  <a:pt x="65753" y="29165"/>
                  <a:pt x="65680" y="28984"/>
                  <a:pt x="65499" y="28893"/>
                </a:cubicBezTo>
                <a:cubicBezTo>
                  <a:pt x="65442" y="28867"/>
                  <a:pt x="65390" y="28856"/>
                  <a:pt x="65342" y="28856"/>
                </a:cubicBezTo>
                <a:cubicBezTo>
                  <a:pt x="65220" y="28856"/>
                  <a:pt x="65123" y="28929"/>
                  <a:pt x="65045" y="29020"/>
                </a:cubicBezTo>
                <a:cubicBezTo>
                  <a:pt x="64754" y="29438"/>
                  <a:pt x="64427" y="29819"/>
                  <a:pt x="64173" y="30255"/>
                </a:cubicBezTo>
                <a:cubicBezTo>
                  <a:pt x="63519" y="31436"/>
                  <a:pt x="62720" y="32489"/>
                  <a:pt x="61775" y="33452"/>
                </a:cubicBezTo>
                <a:cubicBezTo>
                  <a:pt x="61684" y="33561"/>
                  <a:pt x="61521" y="33634"/>
                  <a:pt x="61394" y="33652"/>
                </a:cubicBezTo>
                <a:cubicBezTo>
                  <a:pt x="60904" y="33707"/>
                  <a:pt x="60415" y="33736"/>
                  <a:pt x="59929" y="33736"/>
                </a:cubicBezTo>
                <a:cubicBezTo>
                  <a:pt x="58830" y="33736"/>
                  <a:pt x="57742" y="33591"/>
                  <a:pt x="56671" y="33288"/>
                </a:cubicBezTo>
                <a:cubicBezTo>
                  <a:pt x="55747" y="33023"/>
                  <a:pt x="54823" y="32810"/>
                  <a:pt x="53886" y="32810"/>
                </a:cubicBezTo>
                <a:cubicBezTo>
                  <a:pt x="53479" y="32810"/>
                  <a:pt x="53070" y="32850"/>
                  <a:pt x="52657" y="32943"/>
                </a:cubicBezTo>
                <a:cubicBezTo>
                  <a:pt x="52641" y="32949"/>
                  <a:pt x="52625" y="32951"/>
                  <a:pt x="52609" y="32951"/>
                </a:cubicBezTo>
                <a:cubicBezTo>
                  <a:pt x="52569" y="32951"/>
                  <a:pt x="52527" y="32938"/>
                  <a:pt x="52475" y="32925"/>
                </a:cubicBezTo>
                <a:cubicBezTo>
                  <a:pt x="52548" y="32871"/>
                  <a:pt x="52584" y="32834"/>
                  <a:pt x="52621" y="32798"/>
                </a:cubicBezTo>
                <a:cubicBezTo>
                  <a:pt x="53438" y="32144"/>
                  <a:pt x="54346" y="31672"/>
                  <a:pt x="55291" y="31200"/>
                </a:cubicBezTo>
                <a:cubicBezTo>
                  <a:pt x="56944" y="30346"/>
                  <a:pt x="58506" y="29383"/>
                  <a:pt x="59705" y="27894"/>
                </a:cubicBezTo>
                <a:cubicBezTo>
                  <a:pt x="59741" y="27839"/>
                  <a:pt x="59850" y="27803"/>
                  <a:pt x="59922" y="27803"/>
                </a:cubicBezTo>
                <a:cubicBezTo>
                  <a:pt x="60281" y="27854"/>
                  <a:pt x="60637" y="27879"/>
                  <a:pt x="60992" y="27879"/>
                </a:cubicBezTo>
                <a:cubicBezTo>
                  <a:pt x="61770" y="27879"/>
                  <a:pt x="62540" y="27761"/>
                  <a:pt x="63301" y="27549"/>
                </a:cubicBezTo>
                <a:cubicBezTo>
                  <a:pt x="63918" y="27367"/>
                  <a:pt x="64463" y="27076"/>
                  <a:pt x="64917" y="26604"/>
                </a:cubicBezTo>
                <a:cubicBezTo>
                  <a:pt x="65026" y="26495"/>
                  <a:pt x="65081" y="26368"/>
                  <a:pt x="64990" y="26223"/>
                </a:cubicBezTo>
                <a:cubicBezTo>
                  <a:pt x="64936" y="26115"/>
                  <a:pt x="64852" y="26057"/>
                  <a:pt x="64745" y="26057"/>
                </a:cubicBezTo>
                <a:cubicBezTo>
                  <a:pt x="64708" y="26057"/>
                  <a:pt x="64669" y="26064"/>
                  <a:pt x="64627" y="26077"/>
                </a:cubicBezTo>
                <a:cubicBezTo>
                  <a:pt x="64300" y="26168"/>
                  <a:pt x="63973" y="26241"/>
                  <a:pt x="63664" y="26368"/>
                </a:cubicBezTo>
                <a:cubicBezTo>
                  <a:pt x="62806" y="26711"/>
                  <a:pt x="61915" y="26860"/>
                  <a:pt x="61008" y="26860"/>
                </a:cubicBezTo>
                <a:cubicBezTo>
                  <a:pt x="60955" y="26860"/>
                  <a:pt x="60902" y="26859"/>
                  <a:pt x="60849" y="26858"/>
                </a:cubicBezTo>
                <a:cubicBezTo>
                  <a:pt x="60722" y="26858"/>
                  <a:pt x="60595" y="26840"/>
                  <a:pt x="60449" y="26822"/>
                </a:cubicBezTo>
                <a:cubicBezTo>
                  <a:pt x="60540" y="26695"/>
                  <a:pt x="60595" y="26604"/>
                  <a:pt x="60649" y="26513"/>
                </a:cubicBezTo>
                <a:cubicBezTo>
                  <a:pt x="61049" y="25841"/>
                  <a:pt x="61321" y="25097"/>
                  <a:pt x="61539" y="24334"/>
                </a:cubicBezTo>
                <a:cubicBezTo>
                  <a:pt x="61648" y="23934"/>
                  <a:pt x="61721" y="23516"/>
                  <a:pt x="61775" y="23099"/>
                </a:cubicBezTo>
                <a:cubicBezTo>
                  <a:pt x="61830" y="22844"/>
                  <a:pt x="61703" y="22681"/>
                  <a:pt x="61466" y="22626"/>
                </a:cubicBezTo>
                <a:cubicBezTo>
                  <a:pt x="61416" y="22610"/>
                  <a:pt x="61369" y="22602"/>
                  <a:pt x="61324" y="22602"/>
                </a:cubicBezTo>
                <a:cubicBezTo>
                  <a:pt x="61176" y="22602"/>
                  <a:pt x="61060" y="22691"/>
                  <a:pt x="60976" y="22844"/>
                </a:cubicBezTo>
                <a:cubicBezTo>
                  <a:pt x="60921" y="22953"/>
                  <a:pt x="60885" y="23062"/>
                  <a:pt x="60867" y="23189"/>
                </a:cubicBezTo>
                <a:cubicBezTo>
                  <a:pt x="60395" y="25224"/>
                  <a:pt x="59378" y="26913"/>
                  <a:pt x="57634" y="28112"/>
                </a:cubicBezTo>
                <a:cubicBezTo>
                  <a:pt x="56762" y="28729"/>
                  <a:pt x="55836" y="29238"/>
                  <a:pt x="54909" y="29747"/>
                </a:cubicBezTo>
                <a:cubicBezTo>
                  <a:pt x="53928" y="30291"/>
                  <a:pt x="52911" y="30746"/>
                  <a:pt x="52039" y="31472"/>
                </a:cubicBezTo>
                <a:lnTo>
                  <a:pt x="51967" y="31472"/>
                </a:lnTo>
                <a:cubicBezTo>
                  <a:pt x="52003" y="31200"/>
                  <a:pt x="52039" y="30963"/>
                  <a:pt x="52058" y="30709"/>
                </a:cubicBezTo>
                <a:cubicBezTo>
                  <a:pt x="52130" y="29910"/>
                  <a:pt x="52167" y="29074"/>
                  <a:pt x="52294" y="28275"/>
                </a:cubicBezTo>
                <a:cubicBezTo>
                  <a:pt x="52421" y="27385"/>
                  <a:pt x="52621" y="26495"/>
                  <a:pt x="52802" y="25623"/>
                </a:cubicBezTo>
                <a:cubicBezTo>
                  <a:pt x="53147" y="24025"/>
                  <a:pt x="53129" y="22445"/>
                  <a:pt x="52494" y="20919"/>
                </a:cubicBezTo>
                <a:cubicBezTo>
                  <a:pt x="52457" y="20828"/>
                  <a:pt x="52421" y="20719"/>
                  <a:pt x="52366" y="20647"/>
                </a:cubicBezTo>
                <a:cubicBezTo>
                  <a:pt x="52327" y="20607"/>
                  <a:pt x="52260" y="20577"/>
                  <a:pt x="52198" y="20577"/>
                </a:cubicBezTo>
                <a:cubicBezTo>
                  <a:pt x="52174" y="20577"/>
                  <a:pt x="52151" y="20582"/>
                  <a:pt x="52130" y="20592"/>
                </a:cubicBezTo>
                <a:cubicBezTo>
                  <a:pt x="52076" y="20610"/>
                  <a:pt x="52021" y="20719"/>
                  <a:pt x="52021" y="20792"/>
                </a:cubicBezTo>
                <a:cubicBezTo>
                  <a:pt x="52021" y="20883"/>
                  <a:pt x="52058" y="20973"/>
                  <a:pt x="52094" y="21064"/>
                </a:cubicBezTo>
                <a:cubicBezTo>
                  <a:pt x="52385" y="21900"/>
                  <a:pt x="52512" y="22754"/>
                  <a:pt x="52457" y="23644"/>
                </a:cubicBezTo>
                <a:cubicBezTo>
                  <a:pt x="52385" y="24788"/>
                  <a:pt x="52021" y="25859"/>
                  <a:pt x="51549" y="26895"/>
                </a:cubicBezTo>
                <a:cubicBezTo>
                  <a:pt x="51331" y="27385"/>
                  <a:pt x="51149" y="27857"/>
                  <a:pt x="51186" y="28402"/>
                </a:cubicBezTo>
                <a:cubicBezTo>
                  <a:pt x="51277" y="29692"/>
                  <a:pt x="50950" y="30909"/>
                  <a:pt x="50477" y="32090"/>
                </a:cubicBezTo>
                <a:cubicBezTo>
                  <a:pt x="50459" y="32162"/>
                  <a:pt x="50423" y="32217"/>
                  <a:pt x="50387" y="32289"/>
                </a:cubicBezTo>
                <a:cubicBezTo>
                  <a:pt x="50350" y="32053"/>
                  <a:pt x="50368" y="31817"/>
                  <a:pt x="50405" y="31599"/>
                </a:cubicBezTo>
                <a:cubicBezTo>
                  <a:pt x="50477" y="30836"/>
                  <a:pt x="50568" y="30073"/>
                  <a:pt x="50350" y="29347"/>
                </a:cubicBezTo>
                <a:cubicBezTo>
                  <a:pt x="50150" y="28639"/>
                  <a:pt x="49878" y="27948"/>
                  <a:pt x="49624" y="27258"/>
                </a:cubicBezTo>
                <a:cubicBezTo>
                  <a:pt x="49206" y="26150"/>
                  <a:pt x="48770" y="25042"/>
                  <a:pt x="48570" y="23862"/>
                </a:cubicBezTo>
                <a:cubicBezTo>
                  <a:pt x="48498" y="23480"/>
                  <a:pt x="48461" y="23117"/>
                  <a:pt x="48389" y="22735"/>
                </a:cubicBezTo>
                <a:cubicBezTo>
                  <a:pt x="48370" y="22645"/>
                  <a:pt x="48261" y="22572"/>
                  <a:pt x="48189" y="22481"/>
                </a:cubicBezTo>
                <a:cubicBezTo>
                  <a:pt x="48134" y="22572"/>
                  <a:pt x="48080" y="22663"/>
                  <a:pt x="48025" y="22754"/>
                </a:cubicBezTo>
                <a:cubicBezTo>
                  <a:pt x="48007" y="22772"/>
                  <a:pt x="48007" y="22808"/>
                  <a:pt x="48007" y="22844"/>
                </a:cubicBezTo>
                <a:cubicBezTo>
                  <a:pt x="47844" y="24515"/>
                  <a:pt x="48116" y="26132"/>
                  <a:pt x="48679" y="27712"/>
                </a:cubicBezTo>
                <a:cubicBezTo>
                  <a:pt x="49188" y="29165"/>
                  <a:pt x="49515" y="30618"/>
                  <a:pt x="49424" y="32180"/>
                </a:cubicBezTo>
                <a:cubicBezTo>
                  <a:pt x="49406" y="32743"/>
                  <a:pt x="49533" y="33343"/>
                  <a:pt x="49587" y="33924"/>
                </a:cubicBezTo>
                <a:cubicBezTo>
                  <a:pt x="49587" y="34033"/>
                  <a:pt x="49587" y="34160"/>
                  <a:pt x="49533" y="34251"/>
                </a:cubicBezTo>
                <a:cubicBezTo>
                  <a:pt x="48716" y="35504"/>
                  <a:pt x="47698" y="36558"/>
                  <a:pt x="46481" y="37412"/>
                </a:cubicBezTo>
                <a:cubicBezTo>
                  <a:pt x="45373" y="38193"/>
                  <a:pt x="44120" y="38665"/>
                  <a:pt x="42831" y="38974"/>
                </a:cubicBezTo>
                <a:cubicBezTo>
                  <a:pt x="41141" y="39391"/>
                  <a:pt x="39434" y="39700"/>
                  <a:pt x="37727" y="40045"/>
                </a:cubicBezTo>
                <a:cubicBezTo>
                  <a:pt x="37690" y="40045"/>
                  <a:pt x="37636" y="40027"/>
                  <a:pt x="37509" y="40027"/>
                </a:cubicBezTo>
                <a:cubicBezTo>
                  <a:pt x="37854" y="39246"/>
                  <a:pt x="38162" y="38483"/>
                  <a:pt x="38508" y="37738"/>
                </a:cubicBezTo>
                <a:cubicBezTo>
                  <a:pt x="39143" y="36340"/>
                  <a:pt x="39979" y="35068"/>
                  <a:pt x="40996" y="33906"/>
                </a:cubicBezTo>
                <a:cubicBezTo>
                  <a:pt x="41868" y="32907"/>
                  <a:pt x="42939" y="32162"/>
                  <a:pt x="44011" y="31436"/>
                </a:cubicBezTo>
                <a:cubicBezTo>
                  <a:pt x="44901" y="30854"/>
                  <a:pt x="45755" y="30219"/>
                  <a:pt x="46445" y="29401"/>
                </a:cubicBezTo>
                <a:cubicBezTo>
                  <a:pt x="46699" y="29129"/>
                  <a:pt x="46899" y="28802"/>
                  <a:pt x="47099" y="28493"/>
                </a:cubicBezTo>
                <a:cubicBezTo>
                  <a:pt x="47208" y="28348"/>
                  <a:pt x="47172" y="28184"/>
                  <a:pt x="47063" y="28057"/>
                </a:cubicBezTo>
                <a:cubicBezTo>
                  <a:pt x="46943" y="27901"/>
                  <a:pt x="46790" y="27823"/>
                  <a:pt x="46633" y="27823"/>
                </a:cubicBezTo>
                <a:cubicBezTo>
                  <a:pt x="46481" y="27823"/>
                  <a:pt x="46325" y="27896"/>
                  <a:pt x="46191" y="28039"/>
                </a:cubicBezTo>
                <a:cubicBezTo>
                  <a:pt x="45900" y="28384"/>
                  <a:pt x="45610" y="28729"/>
                  <a:pt x="45264" y="29020"/>
                </a:cubicBezTo>
                <a:cubicBezTo>
                  <a:pt x="44047" y="30019"/>
                  <a:pt x="42794" y="31018"/>
                  <a:pt x="41559" y="31999"/>
                </a:cubicBezTo>
                <a:cubicBezTo>
                  <a:pt x="41559" y="32004"/>
                  <a:pt x="41557" y="32006"/>
                  <a:pt x="41554" y="32006"/>
                </a:cubicBezTo>
                <a:cubicBezTo>
                  <a:pt x="41547" y="32006"/>
                  <a:pt x="41530" y="31993"/>
                  <a:pt x="41505" y="31981"/>
                </a:cubicBezTo>
                <a:cubicBezTo>
                  <a:pt x="41541" y="31908"/>
                  <a:pt x="41559" y="31835"/>
                  <a:pt x="41595" y="31781"/>
                </a:cubicBezTo>
                <a:cubicBezTo>
                  <a:pt x="42068" y="30854"/>
                  <a:pt x="42594" y="29946"/>
                  <a:pt x="43030" y="29002"/>
                </a:cubicBezTo>
                <a:cubicBezTo>
                  <a:pt x="44029" y="26786"/>
                  <a:pt x="44665" y="24497"/>
                  <a:pt x="44447" y="22045"/>
                </a:cubicBezTo>
                <a:cubicBezTo>
                  <a:pt x="44393" y="21482"/>
                  <a:pt x="44284" y="20937"/>
                  <a:pt x="44175" y="20392"/>
                </a:cubicBezTo>
                <a:cubicBezTo>
                  <a:pt x="44130" y="20170"/>
                  <a:pt x="44001" y="20068"/>
                  <a:pt x="43826" y="20068"/>
                </a:cubicBezTo>
                <a:cubicBezTo>
                  <a:pt x="43787" y="20068"/>
                  <a:pt x="43746" y="20073"/>
                  <a:pt x="43702" y="20083"/>
                </a:cubicBezTo>
                <a:cubicBezTo>
                  <a:pt x="43394" y="20138"/>
                  <a:pt x="43230" y="20410"/>
                  <a:pt x="43321" y="20810"/>
                </a:cubicBezTo>
                <a:cubicBezTo>
                  <a:pt x="43575" y="22118"/>
                  <a:pt x="43503" y="23426"/>
                  <a:pt x="43230" y="24733"/>
                </a:cubicBezTo>
                <a:cubicBezTo>
                  <a:pt x="42849" y="26550"/>
                  <a:pt x="42068" y="28184"/>
                  <a:pt x="41159" y="29783"/>
                </a:cubicBezTo>
                <a:cubicBezTo>
                  <a:pt x="41123" y="29837"/>
                  <a:pt x="41087" y="29874"/>
                  <a:pt x="41050" y="29910"/>
                </a:cubicBezTo>
                <a:cubicBezTo>
                  <a:pt x="40941" y="29020"/>
                  <a:pt x="40869" y="28148"/>
                  <a:pt x="40742" y="27294"/>
                </a:cubicBezTo>
                <a:cubicBezTo>
                  <a:pt x="40615" y="26259"/>
                  <a:pt x="40306" y="25296"/>
                  <a:pt x="39834" y="24370"/>
                </a:cubicBezTo>
                <a:cubicBezTo>
                  <a:pt x="39775" y="24254"/>
                  <a:pt x="39717" y="24126"/>
                  <a:pt x="39585" y="24126"/>
                </a:cubicBezTo>
                <a:cubicBezTo>
                  <a:pt x="39552" y="24126"/>
                  <a:pt x="39514" y="24134"/>
                  <a:pt x="39470" y="24152"/>
                </a:cubicBezTo>
                <a:cubicBezTo>
                  <a:pt x="39270" y="24243"/>
                  <a:pt x="39325" y="24388"/>
                  <a:pt x="39398" y="24552"/>
                </a:cubicBezTo>
                <a:cubicBezTo>
                  <a:pt x="40070" y="26277"/>
                  <a:pt x="40288" y="28075"/>
                  <a:pt x="40215" y="29910"/>
                </a:cubicBezTo>
                <a:cubicBezTo>
                  <a:pt x="40197" y="30382"/>
                  <a:pt x="40306" y="30891"/>
                  <a:pt x="40197" y="31327"/>
                </a:cubicBezTo>
                <a:cubicBezTo>
                  <a:pt x="40070" y="31781"/>
                  <a:pt x="39743" y="32162"/>
                  <a:pt x="39507" y="32580"/>
                </a:cubicBezTo>
                <a:cubicBezTo>
                  <a:pt x="39470" y="32635"/>
                  <a:pt x="39434" y="32689"/>
                  <a:pt x="39398" y="32743"/>
                </a:cubicBezTo>
                <a:cubicBezTo>
                  <a:pt x="37963" y="35032"/>
                  <a:pt x="36837" y="37448"/>
                  <a:pt x="36292" y="40118"/>
                </a:cubicBezTo>
                <a:cubicBezTo>
                  <a:pt x="36273" y="40281"/>
                  <a:pt x="36183" y="40318"/>
                  <a:pt x="36037" y="40336"/>
                </a:cubicBezTo>
                <a:cubicBezTo>
                  <a:pt x="35111" y="40554"/>
                  <a:pt x="34185" y="40790"/>
                  <a:pt x="33276" y="41026"/>
                </a:cubicBezTo>
                <a:cubicBezTo>
                  <a:pt x="32968" y="41099"/>
                  <a:pt x="32695" y="41226"/>
                  <a:pt x="32386" y="41353"/>
                </a:cubicBezTo>
                <a:cubicBezTo>
                  <a:pt x="32386" y="41280"/>
                  <a:pt x="32386" y="41244"/>
                  <a:pt x="32386" y="41226"/>
                </a:cubicBezTo>
                <a:cubicBezTo>
                  <a:pt x="32532" y="40645"/>
                  <a:pt x="32677" y="40045"/>
                  <a:pt x="32822" y="39464"/>
                </a:cubicBezTo>
                <a:cubicBezTo>
                  <a:pt x="32841" y="39410"/>
                  <a:pt x="32859" y="39337"/>
                  <a:pt x="32895" y="39282"/>
                </a:cubicBezTo>
                <a:cubicBezTo>
                  <a:pt x="33295" y="38683"/>
                  <a:pt x="33731" y="38102"/>
                  <a:pt x="34094" y="37484"/>
                </a:cubicBezTo>
                <a:cubicBezTo>
                  <a:pt x="35383" y="35268"/>
                  <a:pt x="36473" y="32943"/>
                  <a:pt x="37563" y="30618"/>
                </a:cubicBezTo>
                <a:cubicBezTo>
                  <a:pt x="37872" y="29983"/>
                  <a:pt x="38162" y="29329"/>
                  <a:pt x="38435" y="28675"/>
                </a:cubicBezTo>
                <a:cubicBezTo>
                  <a:pt x="38562" y="28384"/>
                  <a:pt x="38453" y="28130"/>
                  <a:pt x="38181" y="27985"/>
                </a:cubicBezTo>
                <a:cubicBezTo>
                  <a:pt x="38068" y="27921"/>
                  <a:pt x="37952" y="27888"/>
                  <a:pt x="37840" y="27888"/>
                </a:cubicBezTo>
                <a:cubicBezTo>
                  <a:pt x="37664" y="27888"/>
                  <a:pt x="37497" y="27970"/>
                  <a:pt x="37363" y="28148"/>
                </a:cubicBezTo>
                <a:cubicBezTo>
                  <a:pt x="37109" y="28511"/>
                  <a:pt x="36873" y="28893"/>
                  <a:pt x="36637" y="29256"/>
                </a:cubicBezTo>
                <a:cubicBezTo>
                  <a:pt x="36528" y="29438"/>
                  <a:pt x="36419" y="29619"/>
                  <a:pt x="36255" y="29837"/>
                </a:cubicBezTo>
                <a:cubicBezTo>
                  <a:pt x="36255" y="29728"/>
                  <a:pt x="36237" y="29692"/>
                  <a:pt x="36237" y="29638"/>
                </a:cubicBezTo>
                <a:cubicBezTo>
                  <a:pt x="36237" y="29074"/>
                  <a:pt x="36255" y="28493"/>
                  <a:pt x="36255" y="27930"/>
                </a:cubicBezTo>
                <a:cubicBezTo>
                  <a:pt x="36255" y="26205"/>
                  <a:pt x="36164" y="24479"/>
                  <a:pt x="36437" y="22772"/>
                </a:cubicBezTo>
                <a:cubicBezTo>
                  <a:pt x="36473" y="22590"/>
                  <a:pt x="36401" y="22427"/>
                  <a:pt x="36237" y="22372"/>
                </a:cubicBezTo>
                <a:cubicBezTo>
                  <a:pt x="36231" y="22370"/>
                  <a:pt x="36224" y="22370"/>
                  <a:pt x="36216" y="22370"/>
                </a:cubicBezTo>
                <a:cubicBezTo>
                  <a:pt x="36136" y="22370"/>
                  <a:pt x="35995" y="22451"/>
                  <a:pt x="35928" y="22517"/>
                </a:cubicBezTo>
                <a:cubicBezTo>
                  <a:pt x="35365" y="23171"/>
                  <a:pt x="35020" y="23916"/>
                  <a:pt x="34875" y="24770"/>
                </a:cubicBezTo>
                <a:cubicBezTo>
                  <a:pt x="34693" y="25932"/>
                  <a:pt x="34820" y="27095"/>
                  <a:pt x="34893" y="28257"/>
                </a:cubicBezTo>
                <a:cubicBezTo>
                  <a:pt x="34984" y="29256"/>
                  <a:pt x="35020" y="30255"/>
                  <a:pt x="35075" y="31254"/>
                </a:cubicBezTo>
                <a:cubicBezTo>
                  <a:pt x="35111" y="31636"/>
                  <a:pt x="34966" y="31962"/>
                  <a:pt x="34784" y="32289"/>
                </a:cubicBezTo>
                <a:cubicBezTo>
                  <a:pt x="34257" y="33216"/>
                  <a:pt x="33749" y="34178"/>
                  <a:pt x="33240" y="35123"/>
                </a:cubicBezTo>
                <a:cubicBezTo>
                  <a:pt x="33186" y="35232"/>
                  <a:pt x="33131" y="35341"/>
                  <a:pt x="33058" y="35450"/>
                </a:cubicBezTo>
                <a:lnTo>
                  <a:pt x="33004" y="35450"/>
                </a:lnTo>
                <a:cubicBezTo>
                  <a:pt x="32968" y="34778"/>
                  <a:pt x="32913" y="34106"/>
                  <a:pt x="32913" y="33434"/>
                </a:cubicBezTo>
                <a:cubicBezTo>
                  <a:pt x="32913" y="31072"/>
                  <a:pt x="32586" y="28766"/>
                  <a:pt x="31842" y="26513"/>
                </a:cubicBezTo>
                <a:cubicBezTo>
                  <a:pt x="31769" y="26332"/>
                  <a:pt x="31733" y="26132"/>
                  <a:pt x="31751" y="25950"/>
                </a:cubicBezTo>
                <a:cubicBezTo>
                  <a:pt x="31805" y="25514"/>
                  <a:pt x="31878" y="25097"/>
                  <a:pt x="31987" y="24679"/>
                </a:cubicBezTo>
                <a:cubicBezTo>
                  <a:pt x="32314" y="23426"/>
                  <a:pt x="33095" y="22499"/>
                  <a:pt x="34076" y="21700"/>
                </a:cubicBezTo>
                <a:cubicBezTo>
                  <a:pt x="35020" y="20919"/>
                  <a:pt x="36001" y="20174"/>
                  <a:pt x="36945" y="19393"/>
                </a:cubicBezTo>
                <a:cubicBezTo>
                  <a:pt x="37291" y="19121"/>
                  <a:pt x="37581" y="18776"/>
                  <a:pt x="37872" y="18449"/>
                </a:cubicBezTo>
                <a:cubicBezTo>
                  <a:pt x="38053" y="18231"/>
                  <a:pt x="38017" y="17886"/>
                  <a:pt x="37836" y="17704"/>
                </a:cubicBezTo>
                <a:cubicBezTo>
                  <a:pt x="37736" y="17604"/>
                  <a:pt x="37640" y="17550"/>
                  <a:pt x="37534" y="17550"/>
                </a:cubicBezTo>
                <a:cubicBezTo>
                  <a:pt x="37427" y="17550"/>
                  <a:pt x="37309" y="17604"/>
                  <a:pt x="37163" y="17722"/>
                </a:cubicBezTo>
                <a:cubicBezTo>
                  <a:pt x="36146" y="18503"/>
                  <a:pt x="35147" y="19284"/>
                  <a:pt x="34130" y="20065"/>
                </a:cubicBezTo>
                <a:cubicBezTo>
                  <a:pt x="33967" y="20192"/>
                  <a:pt x="33821" y="20320"/>
                  <a:pt x="33603" y="20501"/>
                </a:cubicBezTo>
                <a:cubicBezTo>
                  <a:pt x="33640" y="20374"/>
                  <a:pt x="33658" y="20301"/>
                  <a:pt x="33676" y="20247"/>
                </a:cubicBezTo>
                <a:cubicBezTo>
                  <a:pt x="33912" y="19720"/>
                  <a:pt x="34130" y="19193"/>
                  <a:pt x="34384" y="18667"/>
                </a:cubicBezTo>
                <a:cubicBezTo>
                  <a:pt x="34839" y="17722"/>
                  <a:pt x="35329" y="16796"/>
                  <a:pt x="35765" y="15833"/>
                </a:cubicBezTo>
                <a:cubicBezTo>
                  <a:pt x="36110" y="15052"/>
                  <a:pt x="36273" y="14217"/>
                  <a:pt x="36146" y="13363"/>
                </a:cubicBezTo>
                <a:cubicBezTo>
                  <a:pt x="36110" y="13181"/>
                  <a:pt x="36037" y="13036"/>
                  <a:pt x="35838" y="13018"/>
                </a:cubicBezTo>
                <a:cubicBezTo>
                  <a:pt x="35826" y="13017"/>
                  <a:pt x="35816" y="13017"/>
                  <a:pt x="35806" y="13017"/>
                </a:cubicBezTo>
                <a:cubicBezTo>
                  <a:pt x="35600" y="13017"/>
                  <a:pt x="35582" y="13189"/>
                  <a:pt x="35547" y="13345"/>
                </a:cubicBezTo>
                <a:cubicBezTo>
                  <a:pt x="35365" y="14144"/>
                  <a:pt x="35020" y="14889"/>
                  <a:pt x="34639" y="15633"/>
                </a:cubicBezTo>
                <a:cubicBezTo>
                  <a:pt x="34094" y="16651"/>
                  <a:pt x="33549" y="17686"/>
                  <a:pt x="33077" y="18739"/>
                </a:cubicBezTo>
                <a:cubicBezTo>
                  <a:pt x="32713" y="19520"/>
                  <a:pt x="32459" y="20374"/>
                  <a:pt x="32132" y="21173"/>
                </a:cubicBezTo>
                <a:cubicBezTo>
                  <a:pt x="31987" y="21573"/>
                  <a:pt x="31787" y="21954"/>
                  <a:pt x="31605" y="22336"/>
                </a:cubicBezTo>
                <a:cubicBezTo>
                  <a:pt x="31551" y="21718"/>
                  <a:pt x="31587" y="21101"/>
                  <a:pt x="31551" y="20483"/>
                </a:cubicBezTo>
                <a:cubicBezTo>
                  <a:pt x="31515" y="19557"/>
                  <a:pt x="31678" y="18667"/>
                  <a:pt x="31950" y="17795"/>
                </a:cubicBezTo>
                <a:cubicBezTo>
                  <a:pt x="32477" y="16142"/>
                  <a:pt x="33204" y="14580"/>
                  <a:pt x="33985" y="13054"/>
                </a:cubicBezTo>
                <a:cubicBezTo>
                  <a:pt x="34493" y="12073"/>
                  <a:pt x="35002" y="11093"/>
                  <a:pt x="35329" y="10039"/>
                </a:cubicBezTo>
                <a:cubicBezTo>
                  <a:pt x="35547" y="9349"/>
                  <a:pt x="35710" y="8677"/>
                  <a:pt x="35638" y="7950"/>
                </a:cubicBezTo>
                <a:cubicBezTo>
                  <a:pt x="35620" y="7823"/>
                  <a:pt x="35511" y="7641"/>
                  <a:pt x="35420" y="7605"/>
                </a:cubicBezTo>
                <a:cubicBezTo>
                  <a:pt x="35405" y="7600"/>
                  <a:pt x="35389" y="7598"/>
                  <a:pt x="35372" y="7598"/>
                </a:cubicBezTo>
                <a:cubicBezTo>
                  <a:pt x="35260" y="7598"/>
                  <a:pt x="35101" y="7692"/>
                  <a:pt x="35038" y="7787"/>
                </a:cubicBezTo>
                <a:cubicBezTo>
                  <a:pt x="34839" y="8077"/>
                  <a:pt x="34657" y="8386"/>
                  <a:pt x="34493" y="8713"/>
                </a:cubicBezTo>
                <a:cubicBezTo>
                  <a:pt x="33894" y="9912"/>
                  <a:pt x="33295" y="11111"/>
                  <a:pt x="32695" y="12328"/>
                </a:cubicBezTo>
                <a:cubicBezTo>
                  <a:pt x="32405" y="12927"/>
                  <a:pt x="32078" y="13545"/>
                  <a:pt x="31769" y="14162"/>
                </a:cubicBezTo>
                <a:cubicBezTo>
                  <a:pt x="31769" y="13545"/>
                  <a:pt x="31751" y="12963"/>
                  <a:pt x="31769" y="12364"/>
                </a:cubicBezTo>
                <a:cubicBezTo>
                  <a:pt x="31805" y="10293"/>
                  <a:pt x="31860" y="8223"/>
                  <a:pt x="31878" y="6134"/>
                </a:cubicBezTo>
                <a:cubicBezTo>
                  <a:pt x="31896" y="5534"/>
                  <a:pt x="31860" y="4935"/>
                  <a:pt x="31805" y="4336"/>
                </a:cubicBezTo>
                <a:cubicBezTo>
                  <a:pt x="31788" y="4061"/>
                  <a:pt x="31609" y="3916"/>
                  <a:pt x="31344" y="3916"/>
                </a:cubicBezTo>
                <a:cubicBezTo>
                  <a:pt x="31329" y="3916"/>
                  <a:pt x="31313" y="3917"/>
                  <a:pt x="31297" y="3918"/>
                </a:cubicBezTo>
                <a:cubicBezTo>
                  <a:pt x="30970" y="3936"/>
                  <a:pt x="30788" y="4154"/>
                  <a:pt x="30788" y="4517"/>
                </a:cubicBezTo>
                <a:cubicBezTo>
                  <a:pt x="30752" y="7260"/>
                  <a:pt x="30734" y="10021"/>
                  <a:pt x="30697" y="12764"/>
                </a:cubicBezTo>
                <a:cubicBezTo>
                  <a:pt x="30679" y="13181"/>
                  <a:pt x="30661" y="13581"/>
                  <a:pt x="30643" y="13981"/>
                </a:cubicBezTo>
                <a:cubicBezTo>
                  <a:pt x="30570" y="13890"/>
                  <a:pt x="30534" y="13781"/>
                  <a:pt x="30497" y="13672"/>
                </a:cubicBezTo>
                <a:cubicBezTo>
                  <a:pt x="30043" y="11801"/>
                  <a:pt x="29408" y="9966"/>
                  <a:pt x="28554" y="8223"/>
                </a:cubicBezTo>
                <a:cubicBezTo>
                  <a:pt x="28263" y="7623"/>
                  <a:pt x="27936" y="7042"/>
                  <a:pt x="27609" y="6461"/>
                </a:cubicBezTo>
                <a:cubicBezTo>
                  <a:pt x="27516" y="6295"/>
                  <a:pt x="27387" y="6212"/>
                  <a:pt x="27246" y="6212"/>
                </a:cubicBezTo>
                <a:cubicBezTo>
                  <a:pt x="27140" y="6212"/>
                  <a:pt x="27028" y="6258"/>
                  <a:pt x="26919" y="6352"/>
                </a:cubicBezTo>
                <a:cubicBezTo>
                  <a:pt x="26738" y="6515"/>
                  <a:pt x="26774" y="6679"/>
                  <a:pt x="26865" y="6879"/>
                </a:cubicBezTo>
                <a:cubicBezTo>
                  <a:pt x="27137" y="7478"/>
                  <a:pt x="27410" y="8096"/>
                  <a:pt x="27682" y="8695"/>
                </a:cubicBezTo>
                <a:cubicBezTo>
                  <a:pt x="27773" y="8858"/>
                  <a:pt x="27737" y="8931"/>
                  <a:pt x="27609" y="9058"/>
                </a:cubicBezTo>
                <a:cubicBezTo>
                  <a:pt x="27210" y="9403"/>
                  <a:pt x="26901" y="9821"/>
                  <a:pt x="26738" y="10330"/>
                </a:cubicBezTo>
                <a:cubicBezTo>
                  <a:pt x="26501" y="11056"/>
                  <a:pt x="26302" y="11783"/>
                  <a:pt x="26120" y="12527"/>
                </a:cubicBezTo>
                <a:cubicBezTo>
                  <a:pt x="25938" y="13272"/>
                  <a:pt x="25866" y="14053"/>
                  <a:pt x="25630" y="14798"/>
                </a:cubicBezTo>
                <a:cubicBezTo>
                  <a:pt x="25085" y="16523"/>
                  <a:pt x="24176" y="18085"/>
                  <a:pt x="22996" y="19466"/>
                </a:cubicBezTo>
                <a:cubicBezTo>
                  <a:pt x="22705" y="19811"/>
                  <a:pt x="22396" y="20120"/>
                  <a:pt x="22088" y="20447"/>
                </a:cubicBezTo>
                <a:lnTo>
                  <a:pt x="22033" y="20410"/>
                </a:lnTo>
                <a:cubicBezTo>
                  <a:pt x="22069" y="20338"/>
                  <a:pt x="22088" y="20265"/>
                  <a:pt x="22106" y="20192"/>
                </a:cubicBezTo>
                <a:cubicBezTo>
                  <a:pt x="22524" y="18867"/>
                  <a:pt x="22905" y="17541"/>
                  <a:pt x="23123" y="16160"/>
                </a:cubicBezTo>
                <a:cubicBezTo>
                  <a:pt x="23286" y="15088"/>
                  <a:pt x="23250" y="14035"/>
                  <a:pt x="22996" y="12982"/>
                </a:cubicBezTo>
                <a:cubicBezTo>
                  <a:pt x="22960" y="12800"/>
                  <a:pt x="22887" y="12600"/>
                  <a:pt x="22687" y="12600"/>
                </a:cubicBezTo>
                <a:cubicBezTo>
                  <a:pt x="22524" y="12600"/>
                  <a:pt x="22324" y="12691"/>
                  <a:pt x="22233" y="12800"/>
                </a:cubicBezTo>
                <a:cubicBezTo>
                  <a:pt x="22142" y="12891"/>
                  <a:pt x="22142" y="13090"/>
                  <a:pt x="22160" y="13218"/>
                </a:cubicBezTo>
                <a:cubicBezTo>
                  <a:pt x="22360" y="14235"/>
                  <a:pt x="22415" y="15270"/>
                  <a:pt x="22287" y="16305"/>
                </a:cubicBezTo>
                <a:cubicBezTo>
                  <a:pt x="22124" y="17722"/>
                  <a:pt x="21652" y="19030"/>
                  <a:pt x="20943" y="20247"/>
                </a:cubicBezTo>
                <a:cubicBezTo>
                  <a:pt x="19963" y="21972"/>
                  <a:pt x="18909" y="23644"/>
                  <a:pt x="17892" y="25333"/>
                </a:cubicBezTo>
                <a:cubicBezTo>
                  <a:pt x="17856" y="25405"/>
                  <a:pt x="17819" y="25460"/>
                  <a:pt x="17801" y="25533"/>
                </a:cubicBezTo>
                <a:lnTo>
                  <a:pt x="17710" y="25460"/>
                </a:lnTo>
                <a:cubicBezTo>
                  <a:pt x="17747" y="25169"/>
                  <a:pt x="17783" y="24897"/>
                  <a:pt x="17801" y="24606"/>
                </a:cubicBezTo>
                <a:cubicBezTo>
                  <a:pt x="17965" y="22735"/>
                  <a:pt x="17747" y="20919"/>
                  <a:pt x="17256" y="19103"/>
                </a:cubicBezTo>
                <a:cubicBezTo>
                  <a:pt x="17202" y="18903"/>
                  <a:pt x="17183" y="18685"/>
                  <a:pt x="17202" y="18485"/>
                </a:cubicBezTo>
                <a:cubicBezTo>
                  <a:pt x="17401" y="16796"/>
                  <a:pt x="18055" y="15252"/>
                  <a:pt x="18964" y="13817"/>
                </a:cubicBezTo>
                <a:cubicBezTo>
                  <a:pt x="19926" y="12328"/>
                  <a:pt x="20762" y="10784"/>
                  <a:pt x="21343" y="9113"/>
                </a:cubicBezTo>
                <a:cubicBezTo>
                  <a:pt x="21688" y="8150"/>
                  <a:pt x="21942" y="7151"/>
                  <a:pt x="22033" y="6134"/>
                </a:cubicBezTo>
                <a:cubicBezTo>
                  <a:pt x="22051" y="5970"/>
                  <a:pt x="22033" y="5807"/>
                  <a:pt x="21961" y="5662"/>
                </a:cubicBezTo>
                <a:cubicBezTo>
                  <a:pt x="21833" y="5425"/>
                  <a:pt x="21597" y="5316"/>
                  <a:pt x="21325" y="5316"/>
                </a:cubicBezTo>
                <a:cubicBezTo>
                  <a:pt x="21052" y="5316"/>
                  <a:pt x="20889" y="5480"/>
                  <a:pt x="20798" y="5698"/>
                </a:cubicBezTo>
                <a:cubicBezTo>
                  <a:pt x="20507" y="6370"/>
                  <a:pt x="20235" y="7042"/>
                  <a:pt x="19963" y="7714"/>
                </a:cubicBezTo>
                <a:cubicBezTo>
                  <a:pt x="19254" y="9549"/>
                  <a:pt x="18564" y="11383"/>
                  <a:pt x="17565" y="13072"/>
                </a:cubicBezTo>
                <a:cubicBezTo>
                  <a:pt x="17111" y="13853"/>
                  <a:pt x="16711" y="14634"/>
                  <a:pt x="16475" y="15506"/>
                </a:cubicBezTo>
                <a:cubicBezTo>
                  <a:pt x="16475" y="15543"/>
                  <a:pt x="16439" y="15579"/>
                  <a:pt x="16384" y="15670"/>
                </a:cubicBezTo>
                <a:cubicBezTo>
                  <a:pt x="16312" y="15125"/>
                  <a:pt x="16221" y="14634"/>
                  <a:pt x="16184" y="14144"/>
                </a:cubicBezTo>
                <a:cubicBezTo>
                  <a:pt x="16112" y="13090"/>
                  <a:pt x="16184" y="12055"/>
                  <a:pt x="16639" y="11074"/>
                </a:cubicBezTo>
                <a:cubicBezTo>
                  <a:pt x="16966" y="10366"/>
                  <a:pt x="17292" y="9658"/>
                  <a:pt x="17656" y="8967"/>
                </a:cubicBezTo>
                <a:cubicBezTo>
                  <a:pt x="18146" y="8041"/>
                  <a:pt x="18346" y="7042"/>
                  <a:pt x="18201" y="6007"/>
                </a:cubicBezTo>
                <a:cubicBezTo>
                  <a:pt x="18001" y="4590"/>
                  <a:pt x="17765" y="3191"/>
                  <a:pt x="17565" y="1793"/>
                </a:cubicBezTo>
                <a:cubicBezTo>
                  <a:pt x="17529" y="1593"/>
                  <a:pt x="17420" y="1448"/>
                  <a:pt x="17202" y="1411"/>
                </a:cubicBezTo>
                <a:cubicBezTo>
                  <a:pt x="17186" y="1410"/>
                  <a:pt x="17170" y="1409"/>
                  <a:pt x="17155" y="1409"/>
                </a:cubicBezTo>
                <a:cubicBezTo>
                  <a:pt x="16956" y="1409"/>
                  <a:pt x="16779" y="1518"/>
                  <a:pt x="16711" y="1720"/>
                </a:cubicBezTo>
                <a:cubicBezTo>
                  <a:pt x="16675" y="1829"/>
                  <a:pt x="16657" y="1938"/>
                  <a:pt x="16657" y="2047"/>
                </a:cubicBezTo>
                <a:cubicBezTo>
                  <a:pt x="16675" y="3064"/>
                  <a:pt x="16693" y="4081"/>
                  <a:pt x="16729" y="5099"/>
                </a:cubicBezTo>
                <a:cubicBezTo>
                  <a:pt x="16766" y="6116"/>
                  <a:pt x="16766" y="7115"/>
                  <a:pt x="16530" y="8096"/>
                </a:cubicBezTo>
                <a:cubicBezTo>
                  <a:pt x="16348" y="8931"/>
                  <a:pt x="16021" y="9730"/>
                  <a:pt x="15749" y="10529"/>
                </a:cubicBezTo>
                <a:cubicBezTo>
                  <a:pt x="15331" y="11783"/>
                  <a:pt x="15022" y="13072"/>
                  <a:pt x="15131" y="14398"/>
                </a:cubicBezTo>
                <a:cubicBezTo>
                  <a:pt x="15204" y="15234"/>
                  <a:pt x="15331" y="16069"/>
                  <a:pt x="15476" y="16887"/>
                </a:cubicBezTo>
                <a:cubicBezTo>
                  <a:pt x="15603" y="17740"/>
                  <a:pt x="15785" y="18576"/>
                  <a:pt x="15948" y="19411"/>
                </a:cubicBezTo>
                <a:cubicBezTo>
                  <a:pt x="15985" y="19629"/>
                  <a:pt x="15967" y="19847"/>
                  <a:pt x="16003" y="20065"/>
                </a:cubicBezTo>
                <a:cubicBezTo>
                  <a:pt x="16057" y="20374"/>
                  <a:pt x="16166" y="20683"/>
                  <a:pt x="16203" y="20992"/>
                </a:cubicBezTo>
                <a:cubicBezTo>
                  <a:pt x="16239" y="21337"/>
                  <a:pt x="16239" y="21682"/>
                  <a:pt x="16257" y="22027"/>
                </a:cubicBezTo>
                <a:cubicBezTo>
                  <a:pt x="16057" y="21809"/>
                  <a:pt x="15912" y="21573"/>
                  <a:pt x="15767" y="21355"/>
                </a:cubicBezTo>
                <a:cubicBezTo>
                  <a:pt x="14877" y="19829"/>
                  <a:pt x="13950" y="18340"/>
                  <a:pt x="12788" y="16996"/>
                </a:cubicBezTo>
                <a:cubicBezTo>
                  <a:pt x="12606" y="16778"/>
                  <a:pt x="12515" y="16596"/>
                  <a:pt x="12552" y="16287"/>
                </a:cubicBezTo>
                <a:cubicBezTo>
                  <a:pt x="12643" y="15234"/>
                  <a:pt x="12461" y="14217"/>
                  <a:pt x="12134" y="13218"/>
                </a:cubicBezTo>
                <a:cubicBezTo>
                  <a:pt x="12007" y="12836"/>
                  <a:pt x="12025" y="12509"/>
                  <a:pt x="12152" y="12128"/>
                </a:cubicBezTo>
                <a:cubicBezTo>
                  <a:pt x="12661" y="10620"/>
                  <a:pt x="13006" y="9076"/>
                  <a:pt x="13151" y="7496"/>
                </a:cubicBezTo>
                <a:cubicBezTo>
                  <a:pt x="13278" y="6188"/>
                  <a:pt x="13242" y="4862"/>
                  <a:pt x="13078" y="3555"/>
                </a:cubicBezTo>
                <a:cubicBezTo>
                  <a:pt x="13006" y="3028"/>
                  <a:pt x="12897" y="2501"/>
                  <a:pt x="12788" y="1974"/>
                </a:cubicBezTo>
                <a:cubicBezTo>
                  <a:pt x="12742" y="1767"/>
                  <a:pt x="12594" y="1648"/>
                  <a:pt x="12441" y="1648"/>
                </a:cubicBezTo>
                <a:cubicBezTo>
                  <a:pt x="12352" y="1648"/>
                  <a:pt x="12262" y="1688"/>
                  <a:pt x="12188" y="1775"/>
                </a:cubicBezTo>
                <a:cubicBezTo>
                  <a:pt x="12098" y="1865"/>
                  <a:pt x="12061" y="2029"/>
                  <a:pt x="12061" y="2174"/>
                </a:cubicBezTo>
                <a:cubicBezTo>
                  <a:pt x="12061" y="3409"/>
                  <a:pt x="12079" y="4663"/>
                  <a:pt x="12079" y="5898"/>
                </a:cubicBezTo>
                <a:cubicBezTo>
                  <a:pt x="12061" y="6225"/>
                  <a:pt x="12007" y="6570"/>
                  <a:pt x="11989" y="6897"/>
                </a:cubicBezTo>
                <a:cubicBezTo>
                  <a:pt x="11916" y="6860"/>
                  <a:pt x="11880" y="6824"/>
                  <a:pt x="11862" y="6788"/>
                </a:cubicBezTo>
                <a:cubicBezTo>
                  <a:pt x="11317" y="5934"/>
                  <a:pt x="10772" y="5062"/>
                  <a:pt x="10227" y="4209"/>
                </a:cubicBezTo>
                <a:cubicBezTo>
                  <a:pt x="10190" y="4154"/>
                  <a:pt x="10154" y="4100"/>
                  <a:pt x="10100" y="4063"/>
                </a:cubicBezTo>
                <a:cubicBezTo>
                  <a:pt x="10036" y="4000"/>
                  <a:pt x="9968" y="3968"/>
                  <a:pt x="9902" y="3968"/>
                </a:cubicBezTo>
                <a:cubicBezTo>
                  <a:pt x="9836" y="3968"/>
                  <a:pt x="9773" y="4000"/>
                  <a:pt x="9718" y="4063"/>
                </a:cubicBezTo>
                <a:cubicBezTo>
                  <a:pt x="9664" y="4118"/>
                  <a:pt x="9627" y="4281"/>
                  <a:pt x="9664" y="4372"/>
                </a:cubicBezTo>
                <a:cubicBezTo>
                  <a:pt x="9718" y="4535"/>
                  <a:pt x="9827" y="4681"/>
                  <a:pt x="9936" y="4844"/>
                </a:cubicBezTo>
                <a:cubicBezTo>
                  <a:pt x="10572" y="5916"/>
                  <a:pt x="11080" y="7024"/>
                  <a:pt x="11335" y="8259"/>
                </a:cubicBezTo>
                <a:cubicBezTo>
                  <a:pt x="11407" y="8640"/>
                  <a:pt x="11589" y="9040"/>
                  <a:pt x="11571" y="9421"/>
                </a:cubicBezTo>
                <a:cubicBezTo>
                  <a:pt x="11553" y="9912"/>
                  <a:pt x="11353" y="10402"/>
                  <a:pt x="11244" y="10911"/>
                </a:cubicBezTo>
                <a:cubicBezTo>
                  <a:pt x="11189" y="10856"/>
                  <a:pt x="11171" y="10856"/>
                  <a:pt x="11171" y="10838"/>
                </a:cubicBezTo>
                <a:cubicBezTo>
                  <a:pt x="10354" y="9440"/>
                  <a:pt x="9518" y="8023"/>
                  <a:pt x="8719" y="6606"/>
                </a:cubicBezTo>
                <a:cubicBezTo>
                  <a:pt x="8174" y="5643"/>
                  <a:pt x="7666" y="4681"/>
                  <a:pt x="7339" y="3627"/>
                </a:cubicBezTo>
                <a:cubicBezTo>
                  <a:pt x="7066" y="2737"/>
                  <a:pt x="6921" y="1811"/>
                  <a:pt x="6885" y="885"/>
                </a:cubicBezTo>
                <a:cubicBezTo>
                  <a:pt x="6867" y="430"/>
                  <a:pt x="6649" y="158"/>
                  <a:pt x="6285" y="49"/>
                </a:cubicBezTo>
                <a:cubicBezTo>
                  <a:pt x="6182" y="16"/>
                  <a:pt x="6078" y="0"/>
                  <a:pt x="59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5"/>
          <p:cNvSpPr/>
          <p:nvPr/>
        </p:nvSpPr>
        <p:spPr>
          <a:xfrm flipH="1">
            <a:off x="7540588" y="3814826"/>
            <a:ext cx="1627238" cy="1334887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-6816" y="3425198"/>
            <a:ext cx="1478393" cy="1731519"/>
          </a:xfrm>
          <a:custGeom>
            <a:rect b="b" l="l" r="r" t="t"/>
            <a:pathLst>
              <a:path extrusionOk="0" h="47190" w="57525">
                <a:moveTo>
                  <a:pt x="73" y="0"/>
                </a:moveTo>
                <a:cubicBezTo>
                  <a:pt x="54" y="109"/>
                  <a:pt x="0" y="218"/>
                  <a:pt x="0" y="346"/>
                </a:cubicBezTo>
                <a:cubicBezTo>
                  <a:pt x="0" y="15748"/>
                  <a:pt x="0" y="31169"/>
                  <a:pt x="0" y="46572"/>
                </a:cubicBezTo>
                <a:lnTo>
                  <a:pt x="0" y="47189"/>
                </a:lnTo>
                <a:lnTo>
                  <a:pt x="45082" y="47189"/>
                </a:lnTo>
                <a:cubicBezTo>
                  <a:pt x="46408" y="45664"/>
                  <a:pt x="48097" y="44665"/>
                  <a:pt x="50023" y="44102"/>
                </a:cubicBezTo>
                <a:cubicBezTo>
                  <a:pt x="51766" y="43593"/>
                  <a:pt x="53565" y="43284"/>
                  <a:pt x="55345" y="42867"/>
                </a:cubicBezTo>
                <a:cubicBezTo>
                  <a:pt x="55726" y="42794"/>
                  <a:pt x="56089" y="42685"/>
                  <a:pt x="56453" y="42576"/>
                </a:cubicBezTo>
                <a:cubicBezTo>
                  <a:pt x="56888" y="42449"/>
                  <a:pt x="57270" y="42213"/>
                  <a:pt x="57524" y="41813"/>
                </a:cubicBezTo>
                <a:lnTo>
                  <a:pt x="57524" y="40832"/>
                </a:lnTo>
                <a:cubicBezTo>
                  <a:pt x="57452" y="40523"/>
                  <a:pt x="57397" y="40215"/>
                  <a:pt x="57324" y="39906"/>
                </a:cubicBezTo>
                <a:cubicBezTo>
                  <a:pt x="56870" y="37944"/>
                  <a:pt x="55780" y="36346"/>
                  <a:pt x="54473" y="34875"/>
                </a:cubicBezTo>
                <a:cubicBezTo>
                  <a:pt x="52783" y="32949"/>
                  <a:pt x="50822" y="31314"/>
                  <a:pt x="48842" y="29716"/>
                </a:cubicBezTo>
                <a:cubicBezTo>
                  <a:pt x="45700" y="27191"/>
                  <a:pt x="42539" y="24721"/>
                  <a:pt x="39433" y="22178"/>
                </a:cubicBezTo>
                <a:cubicBezTo>
                  <a:pt x="36291" y="19599"/>
                  <a:pt x="33367" y="16784"/>
                  <a:pt x="30697" y="13714"/>
                </a:cubicBezTo>
                <a:cubicBezTo>
                  <a:pt x="29788" y="12679"/>
                  <a:pt x="28553" y="12188"/>
                  <a:pt x="27245" y="11843"/>
                </a:cubicBezTo>
                <a:cubicBezTo>
                  <a:pt x="25574" y="11407"/>
                  <a:pt x="23831" y="11280"/>
                  <a:pt x="22105" y="11153"/>
                </a:cubicBezTo>
                <a:cubicBezTo>
                  <a:pt x="19435" y="10953"/>
                  <a:pt x="16765" y="10826"/>
                  <a:pt x="14149" y="10172"/>
                </a:cubicBezTo>
                <a:cubicBezTo>
                  <a:pt x="11679" y="9555"/>
                  <a:pt x="9536" y="8410"/>
                  <a:pt x="7756" y="6539"/>
                </a:cubicBezTo>
                <a:cubicBezTo>
                  <a:pt x="5722" y="4432"/>
                  <a:pt x="3596" y="2416"/>
                  <a:pt x="1162" y="745"/>
                </a:cubicBezTo>
                <a:cubicBezTo>
                  <a:pt x="799" y="491"/>
                  <a:pt x="436" y="255"/>
                  <a:pt x="7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8512675" y="121491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5"/>
          <p:cNvGrpSpPr/>
          <p:nvPr/>
        </p:nvGrpSpPr>
        <p:grpSpPr>
          <a:xfrm flipH="1">
            <a:off x="7331388" y="1858275"/>
            <a:ext cx="1399975" cy="635600"/>
            <a:chOff x="3996175" y="2416275"/>
            <a:chExt cx="1399975" cy="635600"/>
          </a:xfrm>
        </p:grpSpPr>
        <p:sp>
          <p:nvSpPr>
            <p:cNvPr id="227" name="Google Shape;227;p1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3" name="Google Shape;233;p15"/>
          <p:cNvSpPr/>
          <p:nvPr/>
        </p:nvSpPr>
        <p:spPr>
          <a:xfrm>
            <a:off x="-152537" y="2497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15"/>
          <p:cNvGrpSpPr/>
          <p:nvPr/>
        </p:nvGrpSpPr>
        <p:grpSpPr>
          <a:xfrm>
            <a:off x="3534588" y="-295750"/>
            <a:ext cx="1399975" cy="635600"/>
            <a:chOff x="3996175" y="2416275"/>
            <a:chExt cx="1399975" cy="635600"/>
          </a:xfrm>
        </p:grpSpPr>
        <p:sp>
          <p:nvSpPr>
            <p:cNvPr id="235" name="Google Shape;235;p15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5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1" name="Google Shape;241;p15"/>
          <p:cNvSpPr/>
          <p:nvPr/>
        </p:nvSpPr>
        <p:spPr>
          <a:xfrm>
            <a:off x="1213564" y="4729861"/>
            <a:ext cx="4504240" cy="865367"/>
          </a:xfrm>
          <a:custGeom>
            <a:rect b="b" l="l" r="r" t="t"/>
            <a:pathLst>
              <a:path extrusionOk="0" h="14751" w="76779">
                <a:moveTo>
                  <a:pt x="19" y="10888"/>
                </a:moveTo>
                <a:cubicBezTo>
                  <a:pt x="12" y="10898"/>
                  <a:pt x="6" y="10908"/>
                  <a:pt x="1" y="10918"/>
                </a:cubicBezTo>
                <a:lnTo>
                  <a:pt x="19" y="10936"/>
                </a:lnTo>
                <a:lnTo>
                  <a:pt x="19" y="10888"/>
                </a:lnTo>
                <a:close/>
                <a:moveTo>
                  <a:pt x="13123" y="0"/>
                </a:moveTo>
                <a:cubicBezTo>
                  <a:pt x="12214" y="0"/>
                  <a:pt x="11324" y="155"/>
                  <a:pt x="10499" y="619"/>
                </a:cubicBezTo>
                <a:cubicBezTo>
                  <a:pt x="9882" y="964"/>
                  <a:pt x="9391" y="1455"/>
                  <a:pt x="8992" y="2036"/>
                </a:cubicBezTo>
                <a:cubicBezTo>
                  <a:pt x="8792" y="2345"/>
                  <a:pt x="8610" y="2654"/>
                  <a:pt x="8411" y="2980"/>
                </a:cubicBezTo>
                <a:cubicBezTo>
                  <a:pt x="8302" y="3162"/>
                  <a:pt x="8211" y="3380"/>
                  <a:pt x="8084" y="3562"/>
                </a:cubicBezTo>
                <a:cubicBezTo>
                  <a:pt x="7775" y="4125"/>
                  <a:pt x="7393" y="4597"/>
                  <a:pt x="6885" y="4997"/>
                </a:cubicBezTo>
                <a:cubicBezTo>
                  <a:pt x="6376" y="5396"/>
                  <a:pt x="5813" y="5687"/>
                  <a:pt x="5214" y="5941"/>
                </a:cubicBezTo>
                <a:cubicBezTo>
                  <a:pt x="4578" y="6195"/>
                  <a:pt x="3942" y="6432"/>
                  <a:pt x="3307" y="6686"/>
                </a:cubicBezTo>
                <a:cubicBezTo>
                  <a:pt x="2689" y="6940"/>
                  <a:pt x="2090" y="7231"/>
                  <a:pt x="1545" y="7630"/>
                </a:cubicBezTo>
                <a:cubicBezTo>
                  <a:pt x="927" y="8084"/>
                  <a:pt x="473" y="8666"/>
                  <a:pt x="219" y="9374"/>
                </a:cubicBezTo>
                <a:cubicBezTo>
                  <a:pt x="146" y="9610"/>
                  <a:pt x="110" y="9828"/>
                  <a:pt x="55" y="10064"/>
                </a:cubicBezTo>
                <a:cubicBezTo>
                  <a:pt x="37" y="10064"/>
                  <a:pt x="19" y="10046"/>
                  <a:pt x="19" y="10028"/>
                </a:cubicBezTo>
                <a:lnTo>
                  <a:pt x="19" y="10888"/>
                </a:lnTo>
                <a:lnTo>
                  <a:pt x="19" y="10888"/>
                </a:lnTo>
                <a:cubicBezTo>
                  <a:pt x="38" y="10862"/>
                  <a:pt x="60" y="10835"/>
                  <a:pt x="74" y="10809"/>
                </a:cubicBezTo>
                <a:cubicBezTo>
                  <a:pt x="92" y="10954"/>
                  <a:pt x="110" y="11118"/>
                  <a:pt x="128" y="11263"/>
                </a:cubicBezTo>
                <a:cubicBezTo>
                  <a:pt x="237" y="11772"/>
                  <a:pt x="400" y="12262"/>
                  <a:pt x="564" y="12752"/>
                </a:cubicBezTo>
                <a:cubicBezTo>
                  <a:pt x="709" y="13170"/>
                  <a:pt x="873" y="13588"/>
                  <a:pt x="945" y="14024"/>
                </a:cubicBezTo>
                <a:cubicBezTo>
                  <a:pt x="982" y="14278"/>
                  <a:pt x="1018" y="14514"/>
                  <a:pt x="1036" y="14750"/>
                </a:cubicBezTo>
                <a:lnTo>
                  <a:pt x="76778" y="14750"/>
                </a:lnTo>
                <a:lnTo>
                  <a:pt x="76778" y="11100"/>
                </a:lnTo>
                <a:cubicBezTo>
                  <a:pt x="75852" y="10882"/>
                  <a:pt x="74926" y="10664"/>
                  <a:pt x="73999" y="10446"/>
                </a:cubicBezTo>
                <a:cubicBezTo>
                  <a:pt x="73473" y="10319"/>
                  <a:pt x="72946" y="10191"/>
                  <a:pt x="72419" y="10082"/>
                </a:cubicBezTo>
                <a:cubicBezTo>
                  <a:pt x="71220" y="9810"/>
                  <a:pt x="70003" y="9556"/>
                  <a:pt x="68787" y="9356"/>
                </a:cubicBezTo>
                <a:cubicBezTo>
                  <a:pt x="68332" y="9283"/>
                  <a:pt x="67878" y="9211"/>
                  <a:pt x="67424" y="9156"/>
                </a:cubicBezTo>
                <a:cubicBezTo>
                  <a:pt x="67153" y="9116"/>
                  <a:pt x="66882" y="9104"/>
                  <a:pt x="66611" y="9104"/>
                </a:cubicBezTo>
                <a:cubicBezTo>
                  <a:pt x="66392" y="9104"/>
                  <a:pt x="66172" y="9112"/>
                  <a:pt x="65953" y="9120"/>
                </a:cubicBezTo>
                <a:cubicBezTo>
                  <a:pt x="65372" y="9138"/>
                  <a:pt x="64772" y="9211"/>
                  <a:pt x="64191" y="9283"/>
                </a:cubicBezTo>
                <a:cubicBezTo>
                  <a:pt x="63392" y="9410"/>
                  <a:pt x="62611" y="9538"/>
                  <a:pt x="61812" y="9646"/>
                </a:cubicBezTo>
                <a:cubicBezTo>
                  <a:pt x="61299" y="9716"/>
                  <a:pt x="60787" y="9749"/>
                  <a:pt x="60275" y="9749"/>
                </a:cubicBezTo>
                <a:cubicBezTo>
                  <a:pt x="59988" y="9749"/>
                  <a:pt x="59701" y="9739"/>
                  <a:pt x="59414" y="9719"/>
                </a:cubicBezTo>
                <a:cubicBezTo>
                  <a:pt x="58597" y="9665"/>
                  <a:pt x="57798" y="9519"/>
                  <a:pt x="56998" y="9320"/>
                </a:cubicBezTo>
                <a:cubicBezTo>
                  <a:pt x="56308" y="9138"/>
                  <a:pt x="55618" y="8920"/>
                  <a:pt x="54946" y="8684"/>
                </a:cubicBezTo>
                <a:cubicBezTo>
                  <a:pt x="54074" y="8357"/>
                  <a:pt x="53184" y="8030"/>
                  <a:pt x="52312" y="7721"/>
                </a:cubicBezTo>
                <a:cubicBezTo>
                  <a:pt x="51313" y="7358"/>
                  <a:pt x="50314" y="7013"/>
                  <a:pt x="49261" y="6758"/>
                </a:cubicBezTo>
                <a:cubicBezTo>
                  <a:pt x="48861" y="6668"/>
                  <a:pt x="48443" y="6613"/>
                  <a:pt x="48025" y="6577"/>
                </a:cubicBezTo>
                <a:cubicBezTo>
                  <a:pt x="47759" y="6556"/>
                  <a:pt x="47500" y="6547"/>
                  <a:pt x="47243" y="6547"/>
                </a:cubicBezTo>
                <a:cubicBezTo>
                  <a:pt x="47061" y="6547"/>
                  <a:pt x="46880" y="6551"/>
                  <a:pt x="46700" y="6559"/>
                </a:cubicBezTo>
                <a:cubicBezTo>
                  <a:pt x="46118" y="6577"/>
                  <a:pt x="45555" y="6650"/>
                  <a:pt x="44992" y="6722"/>
                </a:cubicBezTo>
                <a:cubicBezTo>
                  <a:pt x="43993" y="6886"/>
                  <a:pt x="42994" y="7049"/>
                  <a:pt x="41977" y="7194"/>
                </a:cubicBezTo>
                <a:cubicBezTo>
                  <a:pt x="41492" y="7262"/>
                  <a:pt x="41007" y="7299"/>
                  <a:pt x="40522" y="7299"/>
                </a:cubicBezTo>
                <a:cubicBezTo>
                  <a:pt x="40353" y="7299"/>
                  <a:pt x="40184" y="7295"/>
                  <a:pt x="40015" y="7285"/>
                </a:cubicBezTo>
                <a:cubicBezTo>
                  <a:pt x="39380" y="7249"/>
                  <a:pt x="38762" y="7140"/>
                  <a:pt x="38163" y="6940"/>
                </a:cubicBezTo>
                <a:cubicBezTo>
                  <a:pt x="37363" y="6686"/>
                  <a:pt x="36619" y="6304"/>
                  <a:pt x="35892" y="5850"/>
                </a:cubicBezTo>
                <a:cubicBezTo>
                  <a:pt x="35184" y="5414"/>
                  <a:pt x="34494" y="4978"/>
                  <a:pt x="33785" y="4524"/>
                </a:cubicBezTo>
                <a:cubicBezTo>
                  <a:pt x="32950" y="3998"/>
                  <a:pt x="32060" y="3525"/>
                  <a:pt x="31133" y="3162"/>
                </a:cubicBezTo>
                <a:cubicBezTo>
                  <a:pt x="30025" y="2726"/>
                  <a:pt x="28881" y="2399"/>
                  <a:pt x="27700" y="2127"/>
                </a:cubicBezTo>
                <a:cubicBezTo>
                  <a:pt x="26720" y="1909"/>
                  <a:pt x="25721" y="1727"/>
                  <a:pt x="24703" y="1582"/>
                </a:cubicBezTo>
                <a:cubicBezTo>
                  <a:pt x="23741" y="1455"/>
                  <a:pt x="22778" y="1328"/>
                  <a:pt x="21815" y="1200"/>
                </a:cubicBezTo>
                <a:cubicBezTo>
                  <a:pt x="21198" y="1128"/>
                  <a:pt x="20580" y="1055"/>
                  <a:pt x="19981" y="964"/>
                </a:cubicBezTo>
                <a:cubicBezTo>
                  <a:pt x="19236" y="873"/>
                  <a:pt x="18491" y="783"/>
                  <a:pt x="17747" y="656"/>
                </a:cubicBezTo>
                <a:cubicBezTo>
                  <a:pt x="17147" y="565"/>
                  <a:pt x="16548" y="438"/>
                  <a:pt x="15949" y="329"/>
                </a:cubicBezTo>
                <a:cubicBezTo>
                  <a:pt x="15367" y="238"/>
                  <a:pt x="14786" y="147"/>
                  <a:pt x="14205" y="74"/>
                </a:cubicBezTo>
                <a:cubicBezTo>
                  <a:pt x="13896" y="20"/>
                  <a:pt x="13587" y="2"/>
                  <a:pt x="13278" y="2"/>
                </a:cubicBezTo>
                <a:cubicBezTo>
                  <a:pt x="13227" y="1"/>
                  <a:pt x="13175" y="0"/>
                  <a:pt x="1312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"/>
          <p:cNvSpPr/>
          <p:nvPr/>
        </p:nvSpPr>
        <p:spPr>
          <a:xfrm flipH="1">
            <a:off x="839125" y="4049175"/>
            <a:ext cx="536999" cy="469387"/>
          </a:xfrm>
          <a:custGeom>
            <a:rect b="b" l="l" r="r" t="t"/>
            <a:pathLst>
              <a:path extrusionOk="0" h="34337" w="39283">
                <a:moveTo>
                  <a:pt x="21733" y="0"/>
                </a:moveTo>
                <a:cubicBezTo>
                  <a:pt x="21699" y="0"/>
                  <a:pt x="21663" y="3"/>
                  <a:pt x="21627" y="8"/>
                </a:cubicBezTo>
                <a:cubicBezTo>
                  <a:pt x="21355" y="44"/>
                  <a:pt x="21209" y="244"/>
                  <a:pt x="21100" y="480"/>
                </a:cubicBezTo>
                <a:cubicBezTo>
                  <a:pt x="20319" y="2242"/>
                  <a:pt x="20210" y="4040"/>
                  <a:pt x="20646" y="5893"/>
                </a:cubicBezTo>
                <a:cubicBezTo>
                  <a:pt x="21118" y="7854"/>
                  <a:pt x="22099" y="9562"/>
                  <a:pt x="23298" y="11142"/>
                </a:cubicBezTo>
                <a:cubicBezTo>
                  <a:pt x="23607" y="11542"/>
                  <a:pt x="23934" y="11923"/>
                  <a:pt x="24261" y="12323"/>
                </a:cubicBezTo>
                <a:cubicBezTo>
                  <a:pt x="24236" y="12323"/>
                  <a:pt x="24212" y="12331"/>
                  <a:pt x="24199" y="12331"/>
                </a:cubicBezTo>
                <a:cubicBezTo>
                  <a:pt x="24192" y="12331"/>
                  <a:pt x="24188" y="12329"/>
                  <a:pt x="24188" y="12323"/>
                </a:cubicBezTo>
                <a:cubicBezTo>
                  <a:pt x="22426" y="11596"/>
                  <a:pt x="20682" y="10870"/>
                  <a:pt x="18921" y="10125"/>
                </a:cubicBezTo>
                <a:cubicBezTo>
                  <a:pt x="17377" y="9435"/>
                  <a:pt x="15869" y="8654"/>
                  <a:pt x="14580" y="7528"/>
                </a:cubicBezTo>
                <a:cubicBezTo>
                  <a:pt x="12654" y="5856"/>
                  <a:pt x="11819" y="3786"/>
                  <a:pt x="12146" y="1243"/>
                </a:cubicBezTo>
                <a:cubicBezTo>
                  <a:pt x="12200" y="825"/>
                  <a:pt x="12018" y="535"/>
                  <a:pt x="11619" y="480"/>
                </a:cubicBezTo>
                <a:cubicBezTo>
                  <a:pt x="11568" y="471"/>
                  <a:pt x="11518" y="466"/>
                  <a:pt x="11470" y="466"/>
                </a:cubicBezTo>
                <a:cubicBezTo>
                  <a:pt x="11140" y="466"/>
                  <a:pt x="10883" y="679"/>
                  <a:pt x="10820" y="1043"/>
                </a:cubicBezTo>
                <a:cubicBezTo>
                  <a:pt x="10511" y="2732"/>
                  <a:pt x="10711" y="4367"/>
                  <a:pt x="11383" y="5965"/>
                </a:cubicBezTo>
                <a:cubicBezTo>
                  <a:pt x="12218" y="7909"/>
                  <a:pt x="13581" y="9471"/>
                  <a:pt x="15179" y="10833"/>
                </a:cubicBezTo>
                <a:cubicBezTo>
                  <a:pt x="16668" y="12105"/>
                  <a:pt x="18321" y="13086"/>
                  <a:pt x="20047" y="13976"/>
                </a:cubicBezTo>
                <a:cubicBezTo>
                  <a:pt x="22190" y="15102"/>
                  <a:pt x="24352" y="16173"/>
                  <a:pt x="26386" y="17517"/>
                </a:cubicBezTo>
                <a:cubicBezTo>
                  <a:pt x="28638" y="19025"/>
                  <a:pt x="30654" y="20769"/>
                  <a:pt x="32126" y="23076"/>
                </a:cubicBezTo>
                <a:cubicBezTo>
                  <a:pt x="32162" y="23148"/>
                  <a:pt x="32216" y="23239"/>
                  <a:pt x="32271" y="23312"/>
                </a:cubicBezTo>
                <a:cubicBezTo>
                  <a:pt x="32198" y="23312"/>
                  <a:pt x="32180" y="23294"/>
                  <a:pt x="32144" y="23275"/>
                </a:cubicBezTo>
                <a:cubicBezTo>
                  <a:pt x="28584" y="19861"/>
                  <a:pt x="24406" y="17572"/>
                  <a:pt x="19574" y="16500"/>
                </a:cubicBezTo>
                <a:cubicBezTo>
                  <a:pt x="17449" y="16010"/>
                  <a:pt x="15306" y="15665"/>
                  <a:pt x="13163" y="15229"/>
                </a:cubicBezTo>
                <a:cubicBezTo>
                  <a:pt x="11528" y="14920"/>
                  <a:pt x="9930" y="14484"/>
                  <a:pt x="8440" y="13721"/>
                </a:cubicBezTo>
                <a:cubicBezTo>
                  <a:pt x="6115" y="12504"/>
                  <a:pt x="4753" y="10652"/>
                  <a:pt x="4517" y="8018"/>
                </a:cubicBezTo>
                <a:cubicBezTo>
                  <a:pt x="4482" y="7563"/>
                  <a:pt x="4244" y="7327"/>
                  <a:pt x="3853" y="7327"/>
                </a:cubicBezTo>
                <a:cubicBezTo>
                  <a:pt x="3838" y="7327"/>
                  <a:pt x="3823" y="7327"/>
                  <a:pt x="3808" y="7328"/>
                </a:cubicBezTo>
                <a:cubicBezTo>
                  <a:pt x="3391" y="7364"/>
                  <a:pt x="3118" y="7655"/>
                  <a:pt x="3173" y="8109"/>
                </a:cubicBezTo>
                <a:cubicBezTo>
                  <a:pt x="3227" y="8654"/>
                  <a:pt x="3282" y="9217"/>
                  <a:pt x="3409" y="9743"/>
                </a:cubicBezTo>
                <a:cubicBezTo>
                  <a:pt x="3899" y="11850"/>
                  <a:pt x="5116" y="13485"/>
                  <a:pt x="6733" y="14847"/>
                </a:cubicBezTo>
                <a:cubicBezTo>
                  <a:pt x="8622" y="16446"/>
                  <a:pt x="10820" y="17499"/>
                  <a:pt x="13163" y="18226"/>
                </a:cubicBezTo>
                <a:cubicBezTo>
                  <a:pt x="15070" y="18807"/>
                  <a:pt x="16995" y="19316"/>
                  <a:pt x="18902" y="19861"/>
                </a:cubicBezTo>
                <a:cubicBezTo>
                  <a:pt x="21336" y="20587"/>
                  <a:pt x="23698" y="21495"/>
                  <a:pt x="25841" y="22839"/>
                </a:cubicBezTo>
                <a:cubicBezTo>
                  <a:pt x="25950" y="22912"/>
                  <a:pt x="26041" y="22967"/>
                  <a:pt x="26150" y="23057"/>
                </a:cubicBezTo>
                <a:cubicBezTo>
                  <a:pt x="26113" y="23057"/>
                  <a:pt x="26077" y="23076"/>
                  <a:pt x="26077" y="23076"/>
                </a:cubicBezTo>
                <a:cubicBezTo>
                  <a:pt x="25986" y="23039"/>
                  <a:pt x="25877" y="23021"/>
                  <a:pt x="25786" y="22985"/>
                </a:cubicBezTo>
                <a:cubicBezTo>
                  <a:pt x="23734" y="22385"/>
                  <a:pt x="21627" y="22004"/>
                  <a:pt x="19484" y="21931"/>
                </a:cubicBezTo>
                <a:cubicBezTo>
                  <a:pt x="19181" y="21921"/>
                  <a:pt x="18879" y="21916"/>
                  <a:pt x="18577" y="21916"/>
                </a:cubicBezTo>
                <a:cubicBezTo>
                  <a:pt x="16177" y="21916"/>
                  <a:pt x="13789" y="22214"/>
                  <a:pt x="11401" y="22440"/>
                </a:cubicBezTo>
                <a:cubicBezTo>
                  <a:pt x="10618" y="22520"/>
                  <a:pt x="9835" y="22574"/>
                  <a:pt x="9051" y="22574"/>
                </a:cubicBezTo>
                <a:cubicBezTo>
                  <a:pt x="8236" y="22574"/>
                  <a:pt x="7421" y="22515"/>
                  <a:pt x="6606" y="22367"/>
                </a:cubicBezTo>
                <a:cubicBezTo>
                  <a:pt x="5116" y="22095"/>
                  <a:pt x="3772" y="21532"/>
                  <a:pt x="2700" y="20424"/>
                </a:cubicBezTo>
                <a:cubicBezTo>
                  <a:pt x="2101" y="19788"/>
                  <a:pt x="1665" y="19061"/>
                  <a:pt x="1338" y="18244"/>
                </a:cubicBezTo>
                <a:cubicBezTo>
                  <a:pt x="1247" y="18008"/>
                  <a:pt x="1120" y="17808"/>
                  <a:pt x="830" y="17790"/>
                </a:cubicBezTo>
                <a:cubicBezTo>
                  <a:pt x="809" y="17788"/>
                  <a:pt x="789" y="17788"/>
                  <a:pt x="768" y="17788"/>
                </a:cubicBezTo>
                <a:cubicBezTo>
                  <a:pt x="295" y="17788"/>
                  <a:pt x="1" y="18191"/>
                  <a:pt x="158" y="18662"/>
                </a:cubicBezTo>
                <a:cubicBezTo>
                  <a:pt x="594" y="19951"/>
                  <a:pt x="1338" y="21059"/>
                  <a:pt x="2337" y="21986"/>
                </a:cubicBezTo>
                <a:cubicBezTo>
                  <a:pt x="3790" y="23294"/>
                  <a:pt x="5534" y="24056"/>
                  <a:pt x="7405" y="24547"/>
                </a:cubicBezTo>
                <a:cubicBezTo>
                  <a:pt x="9225" y="25014"/>
                  <a:pt x="11074" y="25153"/>
                  <a:pt x="12952" y="25153"/>
                </a:cubicBezTo>
                <a:cubicBezTo>
                  <a:pt x="13191" y="25153"/>
                  <a:pt x="13431" y="25150"/>
                  <a:pt x="13671" y="25146"/>
                </a:cubicBezTo>
                <a:cubicBezTo>
                  <a:pt x="14625" y="25133"/>
                  <a:pt x="15582" y="25115"/>
                  <a:pt x="16539" y="25115"/>
                </a:cubicBezTo>
                <a:cubicBezTo>
                  <a:pt x="18206" y="25115"/>
                  <a:pt x="19875" y="25170"/>
                  <a:pt x="21536" y="25400"/>
                </a:cubicBezTo>
                <a:cubicBezTo>
                  <a:pt x="23861" y="25727"/>
                  <a:pt x="26095" y="26363"/>
                  <a:pt x="28093" y="27598"/>
                </a:cubicBezTo>
                <a:cubicBezTo>
                  <a:pt x="29528" y="28506"/>
                  <a:pt x="30927" y="29524"/>
                  <a:pt x="32344" y="30468"/>
                </a:cubicBezTo>
                <a:cubicBezTo>
                  <a:pt x="32979" y="30904"/>
                  <a:pt x="33633" y="31304"/>
                  <a:pt x="34251" y="31776"/>
                </a:cubicBezTo>
                <a:cubicBezTo>
                  <a:pt x="34549" y="31992"/>
                  <a:pt x="34833" y="32162"/>
                  <a:pt x="35185" y="32162"/>
                </a:cubicBezTo>
                <a:cubicBezTo>
                  <a:pt x="35218" y="32162"/>
                  <a:pt x="35252" y="32160"/>
                  <a:pt x="35286" y="32157"/>
                </a:cubicBezTo>
                <a:cubicBezTo>
                  <a:pt x="35704" y="32139"/>
                  <a:pt x="35976" y="31903"/>
                  <a:pt x="36176" y="31485"/>
                </a:cubicBezTo>
                <a:cubicBezTo>
                  <a:pt x="36321" y="32103"/>
                  <a:pt x="36448" y="32666"/>
                  <a:pt x="36576" y="33229"/>
                </a:cubicBezTo>
                <a:cubicBezTo>
                  <a:pt x="36685" y="33774"/>
                  <a:pt x="36957" y="34155"/>
                  <a:pt x="37484" y="34337"/>
                </a:cubicBezTo>
                <a:lnTo>
                  <a:pt x="37883" y="34337"/>
                </a:lnTo>
                <a:cubicBezTo>
                  <a:pt x="38247" y="34210"/>
                  <a:pt x="38465" y="33919"/>
                  <a:pt x="38610" y="33556"/>
                </a:cubicBezTo>
                <a:cubicBezTo>
                  <a:pt x="38955" y="32739"/>
                  <a:pt x="39155" y="31885"/>
                  <a:pt x="39246" y="30995"/>
                </a:cubicBezTo>
                <a:cubicBezTo>
                  <a:pt x="39246" y="30940"/>
                  <a:pt x="39264" y="30868"/>
                  <a:pt x="39282" y="30795"/>
                </a:cubicBezTo>
                <a:lnTo>
                  <a:pt x="39282" y="29215"/>
                </a:lnTo>
                <a:cubicBezTo>
                  <a:pt x="39264" y="29142"/>
                  <a:pt x="39246" y="29070"/>
                  <a:pt x="39246" y="28979"/>
                </a:cubicBezTo>
                <a:cubicBezTo>
                  <a:pt x="39082" y="28107"/>
                  <a:pt x="38991" y="27217"/>
                  <a:pt x="38755" y="26363"/>
                </a:cubicBezTo>
                <a:cubicBezTo>
                  <a:pt x="37447" y="21822"/>
                  <a:pt x="34995" y="17972"/>
                  <a:pt x="31454" y="14847"/>
                </a:cubicBezTo>
                <a:cubicBezTo>
                  <a:pt x="29910" y="13467"/>
                  <a:pt x="28257" y="12232"/>
                  <a:pt x="26640" y="10924"/>
                </a:cubicBezTo>
                <a:cubicBezTo>
                  <a:pt x="25369" y="9907"/>
                  <a:pt x="24152" y="8835"/>
                  <a:pt x="23189" y="7491"/>
                </a:cubicBezTo>
                <a:cubicBezTo>
                  <a:pt x="22245" y="6202"/>
                  <a:pt x="21681" y="4803"/>
                  <a:pt x="21754" y="3186"/>
                </a:cubicBezTo>
                <a:cubicBezTo>
                  <a:pt x="21790" y="2387"/>
                  <a:pt x="22008" y="1624"/>
                  <a:pt x="22299" y="880"/>
                </a:cubicBezTo>
                <a:cubicBezTo>
                  <a:pt x="22485" y="424"/>
                  <a:pt x="22185" y="0"/>
                  <a:pt x="21733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/>
          <p:nvPr/>
        </p:nvSpPr>
        <p:spPr>
          <a:xfrm>
            <a:off x="1112400" y="4396762"/>
            <a:ext cx="1731534" cy="90089"/>
          </a:xfrm>
          <a:custGeom>
            <a:rect b="b" l="l" r="r" t="t"/>
            <a:pathLst>
              <a:path extrusionOk="0" h="5450" w="104751">
                <a:moveTo>
                  <a:pt x="104750" y="4106"/>
                </a:moveTo>
                <a:cubicBezTo>
                  <a:pt x="104714" y="4306"/>
                  <a:pt x="104587" y="4415"/>
                  <a:pt x="104405" y="4487"/>
                </a:cubicBezTo>
                <a:cubicBezTo>
                  <a:pt x="103697" y="4778"/>
                  <a:pt x="102970" y="4905"/>
                  <a:pt x="102189" y="4887"/>
                </a:cubicBezTo>
                <a:cubicBezTo>
                  <a:pt x="101662" y="4887"/>
                  <a:pt x="101136" y="4778"/>
                  <a:pt x="100609" y="4614"/>
                </a:cubicBezTo>
                <a:cubicBezTo>
                  <a:pt x="99864" y="4397"/>
                  <a:pt x="99156" y="4070"/>
                  <a:pt x="98465" y="3688"/>
                </a:cubicBezTo>
                <a:cubicBezTo>
                  <a:pt x="97739" y="3289"/>
                  <a:pt x="97012" y="2871"/>
                  <a:pt x="96304" y="2453"/>
                </a:cubicBezTo>
                <a:cubicBezTo>
                  <a:pt x="95650" y="2072"/>
                  <a:pt x="94996" y="1708"/>
                  <a:pt x="94306" y="1418"/>
                </a:cubicBezTo>
                <a:cubicBezTo>
                  <a:pt x="93779" y="1163"/>
                  <a:pt x="93216" y="982"/>
                  <a:pt x="92635" y="873"/>
                </a:cubicBezTo>
                <a:cubicBezTo>
                  <a:pt x="92145" y="782"/>
                  <a:pt x="91636" y="764"/>
                  <a:pt x="91127" y="800"/>
                </a:cubicBezTo>
                <a:cubicBezTo>
                  <a:pt x="90147" y="891"/>
                  <a:pt x="89220" y="1182"/>
                  <a:pt x="88312" y="1581"/>
                </a:cubicBezTo>
                <a:cubicBezTo>
                  <a:pt x="87477" y="1963"/>
                  <a:pt x="86659" y="2362"/>
                  <a:pt x="85842" y="2744"/>
                </a:cubicBezTo>
                <a:cubicBezTo>
                  <a:pt x="85170" y="3071"/>
                  <a:pt x="84480" y="3361"/>
                  <a:pt x="83789" y="3615"/>
                </a:cubicBezTo>
                <a:cubicBezTo>
                  <a:pt x="83372" y="3761"/>
                  <a:pt x="82972" y="3852"/>
                  <a:pt x="82536" y="3924"/>
                </a:cubicBezTo>
                <a:cubicBezTo>
                  <a:pt x="81955" y="4033"/>
                  <a:pt x="81355" y="4015"/>
                  <a:pt x="80774" y="3942"/>
                </a:cubicBezTo>
                <a:cubicBezTo>
                  <a:pt x="80302" y="3888"/>
                  <a:pt x="79866" y="3761"/>
                  <a:pt x="79412" y="3615"/>
                </a:cubicBezTo>
                <a:cubicBezTo>
                  <a:pt x="78740" y="3398"/>
                  <a:pt x="78086" y="3107"/>
                  <a:pt x="77450" y="2798"/>
                </a:cubicBezTo>
                <a:cubicBezTo>
                  <a:pt x="76814" y="2489"/>
                  <a:pt x="76179" y="2162"/>
                  <a:pt x="75525" y="1854"/>
                </a:cubicBezTo>
                <a:cubicBezTo>
                  <a:pt x="75034" y="1617"/>
                  <a:pt x="74544" y="1381"/>
                  <a:pt x="74035" y="1218"/>
                </a:cubicBezTo>
                <a:cubicBezTo>
                  <a:pt x="73727" y="1127"/>
                  <a:pt x="73400" y="1054"/>
                  <a:pt x="73091" y="1036"/>
                </a:cubicBezTo>
                <a:cubicBezTo>
                  <a:pt x="72219" y="964"/>
                  <a:pt x="71420" y="1163"/>
                  <a:pt x="70639" y="1545"/>
                </a:cubicBezTo>
                <a:cubicBezTo>
                  <a:pt x="70039" y="1835"/>
                  <a:pt x="69476" y="2199"/>
                  <a:pt x="68913" y="2544"/>
                </a:cubicBezTo>
                <a:cubicBezTo>
                  <a:pt x="68314" y="2925"/>
                  <a:pt x="67714" y="3289"/>
                  <a:pt x="67097" y="3652"/>
                </a:cubicBezTo>
                <a:cubicBezTo>
                  <a:pt x="66697" y="3888"/>
                  <a:pt x="66261" y="4051"/>
                  <a:pt x="65825" y="4215"/>
                </a:cubicBezTo>
                <a:cubicBezTo>
                  <a:pt x="65153" y="4451"/>
                  <a:pt x="64481" y="4596"/>
                  <a:pt x="63773" y="4687"/>
                </a:cubicBezTo>
                <a:cubicBezTo>
                  <a:pt x="63192" y="4742"/>
                  <a:pt x="62611" y="4742"/>
                  <a:pt x="62029" y="4705"/>
                </a:cubicBezTo>
                <a:cubicBezTo>
                  <a:pt x="61339" y="4651"/>
                  <a:pt x="60667" y="4524"/>
                  <a:pt x="59995" y="4360"/>
                </a:cubicBezTo>
                <a:cubicBezTo>
                  <a:pt x="59159" y="4142"/>
                  <a:pt x="58342" y="3870"/>
                  <a:pt x="57543" y="3561"/>
                </a:cubicBezTo>
                <a:cubicBezTo>
                  <a:pt x="56780" y="3252"/>
                  <a:pt x="56035" y="2925"/>
                  <a:pt x="55272" y="2616"/>
                </a:cubicBezTo>
                <a:cubicBezTo>
                  <a:pt x="54582" y="2326"/>
                  <a:pt x="53910" y="2017"/>
                  <a:pt x="53220" y="1726"/>
                </a:cubicBezTo>
                <a:cubicBezTo>
                  <a:pt x="53020" y="1636"/>
                  <a:pt x="52802" y="1563"/>
                  <a:pt x="52584" y="1545"/>
                </a:cubicBezTo>
                <a:cubicBezTo>
                  <a:pt x="52239" y="1509"/>
                  <a:pt x="51912" y="1617"/>
                  <a:pt x="51640" y="1835"/>
                </a:cubicBezTo>
                <a:cubicBezTo>
                  <a:pt x="51367" y="2017"/>
                  <a:pt x="51131" y="2253"/>
                  <a:pt x="50913" y="2489"/>
                </a:cubicBezTo>
                <a:cubicBezTo>
                  <a:pt x="50568" y="2853"/>
                  <a:pt x="50223" y="3216"/>
                  <a:pt x="49823" y="3543"/>
                </a:cubicBezTo>
                <a:cubicBezTo>
                  <a:pt x="49151" y="4051"/>
                  <a:pt x="48425" y="4487"/>
                  <a:pt x="47644" y="4796"/>
                </a:cubicBezTo>
                <a:cubicBezTo>
                  <a:pt x="46972" y="5050"/>
                  <a:pt x="46281" y="5250"/>
                  <a:pt x="45555" y="5341"/>
                </a:cubicBezTo>
                <a:cubicBezTo>
                  <a:pt x="45301" y="5377"/>
                  <a:pt x="45046" y="5396"/>
                  <a:pt x="44774" y="5414"/>
                </a:cubicBezTo>
                <a:cubicBezTo>
                  <a:pt x="44756" y="5414"/>
                  <a:pt x="44719" y="5432"/>
                  <a:pt x="44701" y="5432"/>
                </a:cubicBezTo>
                <a:cubicBezTo>
                  <a:pt x="44756" y="5450"/>
                  <a:pt x="44810" y="5450"/>
                  <a:pt x="44883" y="5450"/>
                </a:cubicBezTo>
                <a:lnTo>
                  <a:pt x="43048" y="5450"/>
                </a:lnTo>
                <a:cubicBezTo>
                  <a:pt x="43139" y="5450"/>
                  <a:pt x="43230" y="5450"/>
                  <a:pt x="43321" y="5450"/>
                </a:cubicBezTo>
                <a:lnTo>
                  <a:pt x="43412" y="5450"/>
                </a:lnTo>
                <a:lnTo>
                  <a:pt x="43412" y="5432"/>
                </a:lnTo>
                <a:cubicBezTo>
                  <a:pt x="43321" y="5414"/>
                  <a:pt x="43230" y="5414"/>
                  <a:pt x="43157" y="5414"/>
                </a:cubicBezTo>
                <a:cubicBezTo>
                  <a:pt x="42376" y="5396"/>
                  <a:pt x="41632" y="5250"/>
                  <a:pt x="40887" y="5087"/>
                </a:cubicBezTo>
                <a:cubicBezTo>
                  <a:pt x="39706" y="4832"/>
                  <a:pt x="38544" y="4469"/>
                  <a:pt x="37399" y="4088"/>
                </a:cubicBezTo>
                <a:cubicBezTo>
                  <a:pt x="36709" y="3852"/>
                  <a:pt x="36019" y="3615"/>
                  <a:pt x="35329" y="3379"/>
                </a:cubicBezTo>
                <a:cubicBezTo>
                  <a:pt x="34893" y="3234"/>
                  <a:pt x="34421" y="3180"/>
                  <a:pt x="33948" y="3234"/>
                </a:cubicBezTo>
                <a:cubicBezTo>
                  <a:pt x="33494" y="3289"/>
                  <a:pt x="33058" y="3434"/>
                  <a:pt x="32622" y="3615"/>
                </a:cubicBezTo>
                <a:cubicBezTo>
                  <a:pt x="32005" y="3888"/>
                  <a:pt x="31387" y="4179"/>
                  <a:pt x="30715" y="4378"/>
                </a:cubicBezTo>
                <a:cubicBezTo>
                  <a:pt x="30098" y="4542"/>
                  <a:pt x="29462" y="4596"/>
                  <a:pt x="28826" y="4524"/>
                </a:cubicBezTo>
                <a:cubicBezTo>
                  <a:pt x="28390" y="4487"/>
                  <a:pt x="27954" y="4378"/>
                  <a:pt x="27537" y="4251"/>
                </a:cubicBezTo>
                <a:cubicBezTo>
                  <a:pt x="26828" y="4015"/>
                  <a:pt x="26156" y="3688"/>
                  <a:pt x="25557" y="3252"/>
                </a:cubicBezTo>
                <a:cubicBezTo>
                  <a:pt x="25048" y="2907"/>
                  <a:pt x="24540" y="2526"/>
                  <a:pt x="24031" y="2162"/>
                </a:cubicBezTo>
                <a:cubicBezTo>
                  <a:pt x="23577" y="1835"/>
                  <a:pt x="23141" y="1527"/>
                  <a:pt x="22651" y="1254"/>
                </a:cubicBezTo>
                <a:cubicBezTo>
                  <a:pt x="22196" y="1000"/>
                  <a:pt x="21724" y="836"/>
                  <a:pt x="21197" y="746"/>
                </a:cubicBezTo>
                <a:cubicBezTo>
                  <a:pt x="21143" y="746"/>
                  <a:pt x="21088" y="746"/>
                  <a:pt x="21034" y="782"/>
                </a:cubicBezTo>
                <a:cubicBezTo>
                  <a:pt x="20217" y="1200"/>
                  <a:pt x="19399" y="1545"/>
                  <a:pt x="18546" y="1890"/>
                </a:cubicBezTo>
                <a:cubicBezTo>
                  <a:pt x="17783" y="2181"/>
                  <a:pt x="17002" y="2453"/>
                  <a:pt x="16221" y="2707"/>
                </a:cubicBezTo>
                <a:cubicBezTo>
                  <a:pt x="15621" y="2889"/>
                  <a:pt x="15022" y="3052"/>
                  <a:pt x="14441" y="3216"/>
                </a:cubicBezTo>
                <a:cubicBezTo>
                  <a:pt x="13496" y="3470"/>
                  <a:pt x="12552" y="3670"/>
                  <a:pt x="11607" y="3852"/>
                </a:cubicBezTo>
                <a:cubicBezTo>
                  <a:pt x="10971" y="3961"/>
                  <a:pt x="10336" y="4051"/>
                  <a:pt x="9700" y="4142"/>
                </a:cubicBezTo>
                <a:cubicBezTo>
                  <a:pt x="9173" y="4215"/>
                  <a:pt x="8628" y="4288"/>
                  <a:pt x="8102" y="4324"/>
                </a:cubicBezTo>
                <a:cubicBezTo>
                  <a:pt x="7629" y="4378"/>
                  <a:pt x="7157" y="4397"/>
                  <a:pt x="6685" y="4433"/>
                </a:cubicBezTo>
                <a:cubicBezTo>
                  <a:pt x="5849" y="4487"/>
                  <a:pt x="4996" y="4487"/>
                  <a:pt x="4160" y="4487"/>
                </a:cubicBezTo>
                <a:cubicBezTo>
                  <a:pt x="3561" y="4469"/>
                  <a:pt x="2961" y="4433"/>
                  <a:pt x="2362" y="4397"/>
                </a:cubicBezTo>
                <a:cubicBezTo>
                  <a:pt x="2035" y="4397"/>
                  <a:pt x="1708" y="4360"/>
                  <a:pt x="1381" y="4324"/>
                </a:cubicBezTo>
                <a:cubicBezTo>
                  <a:pt x="1036" y="4306"/>
                  <a:pt x="691" y="4269"/>
                  <a:pt x="346" y="4233"/>
                </a:cubicBezTo>
                <a:cubicBezTo>
                  <a:pt x="128" y="4197"/>
                  <a:pt x="1" y="4015"/>
                  <a:pt x="19" y="3815"/>
                </a:cubicBezTo>
                <a:cubicBezTo>
                  <a:pt x="55" y="3615"/>
                  <a:pt x="237" y="3488"/>
                  <a:pt x="455" y="3525"/>
                </a:cubicBezTo>
                <a:cubicBezTo>
                  <a:pt x="782" y="3543"/>
                  <a:pt x="1127" y="3579"/>
                  <a:pt x="1454" y="3597"/>
                </a:cubicBezTo>
                <a:cubicBezTo>
                  <a:pt x="1853" y="3634"/>
                  <a:pt x="2253" y="3670"/>
                  <a:pt x="2652" y="3688"/>
                </a:cubicBezTo>
                <a:cubicBezTo>
                  <a:pt x="3179" y="3724"/>
                  <a:pt x="3706" y="3743"/>
                  <a:pt x="4233" y="3743"/>
                </a:cubicBezTo>
                <a:cubicBezTo>
                  <a:pt x="4977" y="3743"/>
                  <a:pt x="5704" y="3743"/>
                  <a:pt x="6449" y="3706"/>
                </a:cubicBezTo>
                <a:cubicBezTo>
                  <a:pt x="6885" y="3706"/>
                  <a:pt x="7339" y="3652"/>
                  <a:pt x="7775" y="3615"/>
                </a:cubicBezTo>
                <a:cubicBezTo>
                  <a:pt x="8174" y="3597"/>
                  <a:pt x="8574" y="3561"/>
                  <a:pt x="8955" y="3506"/>
                </a:cubicBezTo>
                <a:cubicBezTo>
                  <a:pt x="9373" y="3470"/>
                  <a:pt x="9773" y="3416"/>
                  <a:pt x="10190" y="3343"/>
                </a:cubicBezTo>
                <a:cubicBezTo>
                  <a:pt x="10753" y="3252"/>
                  <a:pt x="11335" y="3161"/>
                  <a:pt x="11898" y="3052"/>
                </a:cubicBezTo>
                <a:cubicBezTo>
                  <a:pt x="13078" y="2834"/>
                  <a:pt x="14223" y="2544"/>
                  <a:pt x="15367" y="2217"/>
                </a:cubicBezTo>
                <a:cubicBezTo>
                  <a:pt x="16493" y="1872"/>
                  <a:pt x="17601" y="1490"/>
                  <a:pt x="18691" y="1054"/>
                </a:cubicBezTo>
                <a:cubicBezTo>
                  <a:pt x="19381" y="764"/>
                  <a:pt x="20071" y="455"/>
                  <a:pt x="20725" y="110"/>
                </a:cubicBezTo>
                <a:cubicBezTo>
                  <a:pt x="20925" y="19"/>
                  <a:pt x="21107" y="1"/>
                  <a:pt x="21306" y="37"/>
                </a:cubicBezTo>
                <a:cubicBezTo>
                  <a:pt x="22087" y="164"/>
                  <a:pt x="22778" y="473"/>
                  <a:pt x="23450" y="873"/>
                </a:cubicBezTo>
                <a:cubicBezTo>
                  <a:pt x="23922" y="1163"/>
                  <a:pt x="24358" y="1509"/>
                  <a:pt x="24794" y="1817"/>
                </a:cubicBezTo>
                <a:cubicBezTo>
                  <a:pt x="25212" y="2126"/>
                  <a:pt x="25629" y="2417"/>
                  <a:pt x="26047" y="2707"/>
                </a:cubicBezTo>
                <a:cubicBezTo>
                  <a:pt x="26647" y="3125"/>
                  <a:pt x="27300" y="3434"/>
                  <a:pt x="27991" y="3634"/>
                </a:cubicBezTo>
                <a:cubicBezTo>
                  <a:pt x="28517" y="3779"/>
                  <a:pt x="29044" y="3852"/>
                  <a:pt x="29589" y="3833"/>
                </a:cubicBezTo>
                <a:cubicBezTo>
                  <a:pt x="30079" y="3797"/>
                  <a:pt x="30534" y="3706"/>
                  <a:pt x="30988" y="3525"/>
                </a:cubicBezTo>
                <a:cubicBezTo>
                  <a:pt x="31460" y="3325"/>
                  <a:pt x="31932" y="3107"/>
                  <a:pt x="32423" y="2925"/>
                </a:cubicBezTo>
                <a:cubicBezTo>
                  <a:pt x="32822" y="2744"/>
                  <a:pt x="33222" y="2616"/>
                  <a:pt x="33658" y="2544"/>
                </a:cubicBezTo>
                <a:cubicBezTo>
                  <a:pt x="34039" y="2471"/>
                  <a:pt x="34421" y="2471"/>
                  <a:pt x="34802" y="2526"/>
                </a:cubicBezTo>
                <a:cubicBezTo>
                  <a:pt x="35311" y="2580"/>
                  <a:pt x="35783" y="2762"/>
                  <a:pt x="36255" y="2925"/>
                </a:cubicBezTo>
                <a:cubicBezTo>
                  <a:pt x="36945" y="3180"/>
                  <a:pt x="37654" y="3398"/>
                  <a:pt x="38362" y="3634"/>
                </a:cubicBezTo>
                <a:cubicBezTo>
                  <a:pt x="39125" y="3888"/>
                  <a:pt x="39906" y="4124"/>
                  <a:pt x="40687" y="4306"/>
                </a:cubicBezTo>
                <a:cubicBezTo>
                  <a:pt x="41323" y="4451"/>
                  <a:pt x="41958" y="4560"/>
                  <a:pt x="42612" y="4633"/>
                </a:cubicBezTo>
                <a:cubicBezTo>
                  <a:pt x="43266" y="4705"/>
                  <a:pt x="43920" y="4742"/>
                  <a:pt x="44574" y="4705"/>
                </a:cubicBezTo>
                <a:cubicBezTo>
                  <a:pt x="45210" y="4687"/>
                  <a:pt x="45846" y="4614"/>
                  <a:pt x="46445" y="4433"/>
                </a:cubicBezTo>
                <a:cubicBezTo>
                  <a:pt x="47317" y="4179"/>
                  <a:pt x="48134" y="3833"/>
                  <a:pt x="48879" y="3325"/>
                </a:cubicBezTo>
                <a:cubicBezTo>
                  <a:pt x="49424" y="2962"/>
                  <a:pt x="49896" y="2526"/>
                  <a:pt x="50332" y="2053"/>
                </a:cubicBezTo>
                <a:cubicBezTo>
                  <a:pt x="50623" y="1745"/>
                  <a:pt x="50931" y="1436"/>
                  <a:pt x="51276" y="1200"/>
                </a:cubicBezTo>
                <a:cubicBezTo>
                  <a:pt x="51531" y="1018"/>
                  <a:pt x="51821" y="891"/>
                  <a:pt x="52130" y="836"/>
                </a:cubicBezTo>
                <a:cubicBezTo>
                  <a:pt x="52475" y="782"/>
                  <a:pt x="52838" y="818"/>
                  <a:pt x="53165" y="927"/>
                </a:cubicBezTo>
                <a:cubicBezTo>
                  <a:pt x="53565" y="1091"/>
                  <a:pt x="53965" y="1254"/>
                  <a:pt x="54364" y="1418"/>
                </a:cubicBezTo>
                <a:cubicBezTo>
                  <a:pt x="55327" y="1835"/>
                  <a:pt x="56271" y="2253"/>
                  <a:pt x="57234" y="2671"/>
                </a:cubicBezTo>
                <a:cubicBezTo>
                  <a:pt x="58088" y="3034"/>
                  <a:pt x="58978" y="3343"/>
                  <a:pt x="59868" y="3597"/>
                </a:cubicBezTo>
                <a:cubicBezTo>
                  <a:pt x="60467" y="3761"/>
                  <a:pt x="61085" y="3888"/>
                  <a:pt x="61702" y="3961"/>
                </a:cubicBezTo>
                <a:cubicBezTo>
                  <a:pt x="62738" y="4070"/>
                  <a:pt x="63755" y="4033"/>
                  <a:pt x="64754" y="3797"/>
                </a:cubicBezTo>
                <a:cubicBezTo>
                  <a:pt x="65480" y="3634"/>
                  <a:pt x="66152" y="3361"/>
                  <a:pt x="66788" y="2998"/>
                </a:cubicBezTo>
                <a:cubicBezTo>
                  <a:pt x="67406" y="2653"/>
                  <a:pt x="68005" y="2271"/>
                  <a:pt x="68586" y="1908"/>
                </a:cubicBezTo>
                <a:cubicBezTo>
                  <a:pt x="69186" y="1545"/>
                  <a:pt x="69785" y="1163"/>
                  <a:pt x="70403" y="873"/>
                </a:cubicBezTo>
                <a:cubicBezTo>
                  <a:pt x="71002" y="582"/>
                  <a:pt x="71638" y="401"/>
                  <a:pt x="72292" y="328"/>
                </a:cubicBezTo>
                <a:cubicBezTo>
                  <a:pt x="72982" y="255"/>
                  <a:pt x="73636" y="346"/>
                  <a:pt x="74272" y="564"/>
                </a:cubicBezTo>
                <a:cubicBezTo>
                  <a:pt x="74798" y="727"/>
                  <a:pt x="75307" y="945"/>
                  <a:pt x="75815" y="1200"/>
                </a:cubicBezTo>
                <a:cubicBezTo>
                  <a:pt x="76433" y="1490"/>
                  <a:pt x="77051" y="1799"/>
                  <a:pt x="77650" y="2090"/>
                </a:cubicBezTo>
                <a:cubicBezTo>
                  <a:pt x="78231" y="2380"/>
                  <a:pt x="78831" y="2671"/>
                  <a:pt x="79448" y="2871"/>
                </a:cubicBezTo>
                <a:cubicBezTo>
                  <a:pt x="79830" y="3016"/>
                  <a:pt x="80211" y="3125"/>
                  <a:pt x="80611" y="3198"/>
                </a:cubicBezTo>
                <a:cubicBezTo>
                  <a:pt x="81083" y="3270"/>
                  <a:pt x="81573" y="3307"/>
                  <a:pt x="82064" y="3270"/>
                </a:cubicBezTo>
                <a:cubicBezTo>
                  <a:pt x="82590" y="3234"/>
                  <a:pt x="83099" y="3125"/>
                  <a:pt x="83589" y="2943"/>
                </a:cubicBezTo>
                <a:cubicBezTo>
                  <a:pt x="84116" y="2725"/>
                  <a:pt x="84643" y="2507"/>
                  <a:pt x="85152" y="2271"/>
                </a:cubicBezTo>
                <a:cubicBezTo>
                  <a:pt x="85969" y="1890"/>
                  <a:pt x="86786" y="1490"/>
                  <a:pt x="87604" y="1109"/>
                </a:cubicBezTo>
                <a:cubicBezTo>
                  <a:pt x="88239" y="818"/>
                  <a:pt x="88875" y="564"/>
                  <a:pt x="89547" y="382"/>
                </a:cubicBezTo>
                <a:cubicBezTo>
                  <a:pt x="90019" y="255"/>
                  <a:pt x="90492" y="146"/>
                  <a:pt x="90982" y="92"/>
                </a:cubicBezTo>
                <a:cubicBezTo>
                  <a:pt x="91709" y="19"/>
                  <a:pt x="92417" y="74"/>
                  <a:pt x="93107" y="255"/>
                </a:cubicBezTo>
                <a:cubicBezTo>
                  <a:pt x="93925" y="437"/>
                  <a:pt x="94706" y="764"/>
                  <a:pt x="95432" y="1163"/>
                </a:cubicBezTo>
                <a:cubicBezTo>
                  <a:pt x="96177" y="1563"/>
                  <a:pt x="96903" y="1981"/>
                  <a:pt x="97612" y="2399"/>
                </a:cubicBezTo>
                <a:cubicBezTo>
                  <a:pt x="98357" y="2816"/>
                  <a:pt x="99101" y="3252"/>
                  <a:pt x="99900" y="3597"/>
                </a:cubicBezTo>
                <a:cubicBezTo>
                  <a:pt x="100391" y="3815"/>
                  <a:pt x="100899" y="3997"/>
                  <a:pt x="101444" y="4088"/>
                </a:cubicBezTo>
                <a:cubicBezTo>
                  <a:pt x="101935" y="4179"/>
                  <a:pt x="102407" y="4197"/>
                  <a:pt x="102897" y="4142"/>
                </a:cubicBezTo>
                <a:cubicBezTo>
                  <a:pt x="103352" y="4106"/>
                  <a:pt x="103787" y="3979"/>
                  <a:pt x="104205" y="3815"/>
                </a:cubicBezTo>
                <a:cubicBezTo>
                  <a:pt x="104405" y="3724"/>
                  <a:pt x="104587" y="3779"/>
                  <a:pt x="104696" y="3942"/>
                </a:cubicBezTo>
                <a:cubicBezTo>
                  <a:pt x="104714" y="3997"/>
                  <a:pt x="104732" y="4051"/>
                  <a:pt x="104750" y="4124"/>
                </a:cubicBezTo>
                <a:lnTo>
                  <a:pt x="104750" y="412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"/>
          <p:cNvSpPr txBox="1"/>
          <p:nvPr>
            <p:ph type="ctrTitle"/>
          </p:nvPr>
        </p:nvSpPr>
        <p:spPr>
          <a:xfrm>
            <a:off x="1396950" y="1196250"/>
            <a:ext cx="6350100" cy="18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PENGUKURAN PANJANG IKAN DENGAN METODE HARRIS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CORNER DETECTION DAN ESTIMASI BERAT IKAN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MENGGUNAKAN LENGTH-WEIGHT RELATIONSHIP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BERBASIS CITRA DIGITAL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9" name="Google Shape;249;p16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Prabowo Darmawi | 1313619001</a:t>
            </a:r>
            <a:endParaRPr/>
          </a:p>
        </p:txBody>
      </p:sp>
      <p:grpSp>
        <p:nvGrpSpPr>
          <p:cNvPr id="250" name="Google Shape;250;p16"/>
          <p:cNvGrpSpPr/>
          <p:nvPr/>
        </p:nvGrpSpPr>
        <p:grpSpPr>
          <a:xfrm>
            <a:off x="5558950" y="4209988"/>
            <a:ext cx="1399975" cy="635600"/>
            <a:chOff x="3996175" y="2416275"/>
            <a:chExt cx="1399975" cy="635600"/>
          </a:xfrm>
        </p:grpSpPr>
        <p:sp>
          <p:nvSpPr>
            <p:cNvPr id="251" name="Google Shape;251;p16"/>
            <p:cNvSpPr/>
            <p:nvPr/>
          </p:nvSpPr>
          <p:spPr>
            <a:xfrm>
              <a:off x="5132300" y="2724325"/>
              <a:ext cx="263850" cy="118200"/>
            </a:xfrm>
            <a:custGeom>
              <a:rect b="b" l="l" r="r" t="t"/>
              <a:pathLst>
                <a:path extrusionOk="0" h="4728" w="10554">
                  <a:moveTo>
                    <a:pt x="6821" y="0"/>
                  </a:moveTo>
                  <a:cubicBezTo>
                    <a:pt x="6782" y="0"/>
                    <a:pt x="6743" y="2"/>
                    <a:pt x="6703" y="5"/>
                  </a:cubicBezTo>
                  <a:cubicBezTo>
                    <a:pt x="6539" y="23"/>
                    <a:pt x="6358" y="41"/>
                    <a:pt x="6194" y="78"/>
                  </a:cubicBezTo>
                  <a:cubicBezTo>
                    <a:pt x="5577" y="205"/>
                    <a:pt x="4995" y="387"/>
                    <a:pt x="4451" y="750"/>
                  </a:cubicBezTo>
                  <a:cubicBezTo>
                    <a:pt x="4614" y="1059"/>
                    <a:pt x="4777" y="1367"/>
                    <a:pt x="4941" y="1676"/>
                  </a:cubicBezTo>
                  <a:cubicBezTo>
                    <a:pt x="4523" y="1731"/>
                    <a:pt x="4142" y="1785"/>
                    <a:pt x="3778" y="1840"/>
                  </a:cubicBezTo>
                  <a:cubicBezTo>
                    <a:pt x="3584" y="1873"/>
                    <a:pt x="3395" y="1890"/>
                    <a:pt x="3212" y="1890"/>
                  </a:cubicBezTo>
                  <a:cubicBezTo>
                    <a:pt x="2403" y="1890"/>
                    <a:pt x="1708" y="1562"/>
                    <a:pt x="1145" y="895"/>
                  </a:cubicBezTo>
                  <a:cubicBezTo>
                    <a:pt x="1072" y="822"/>
                    <a:pt x="999" y="750"/>
                    <a:pt x="927" y="659"/>
                  </a:cubicBezTo>
                  <a:lnTo>
                    <a:pt x="927" y="659"/>
                  </a:lnTo>
                  <a:cubicBezTo>
                    <a:pt x="0" y="1949"/>
                    <a:pt x="564" y="3965"/>
                    <a:pt x="1363" y="4728"/>
                  </a:cubicBezTo>
                  <a:cubicBezTo>
                    <a:pt x="1854" y="3952"/>
                    <a:pt x="2776" y="3490"/>
                    <a:pt x="3680" y="3490"/>
                  </a:cubicBezTo>
                  <a:cubicBezTo>
                    <a:pt x="4047" y="3490"/>
                    <a:pt x="4411" y="3566"/>
                    <a:pt x="4741" y="3729"/>
                  </a:cubicBezTo>
                  <a:cubicBezTo>
                    <a:pt x="4705" y="3947"/>
                    <a:pt x="4650" y="4183"/>
                    <a:pt x="4632" y="4401"/>
                  </a:cubicBezTo>
                  <a:cubicBezTo>
                    <a:pt x="4632" y="4491"/>
                    <a:pt x="4669" y="4637"/>
                    <a:pt x="4723" y="4655"/>
                  </a:cubicBezTo>
                  <a:cubicBezTo>
                    <a:pt x="4749" y="4668"/>
                    <a:pt x="4784" y="4674"/>
                    <a:pt x="4821" y="4674"/>
                  </a:cubicBezTo>
                  <a:cubicBezTo>
                    <a:pt x="4889" y="4674"/>
                    <a:pt x="4967" y="4654"/>
                    <a:pt x="5014" y="4619"/>
                  </a:cubicBezTo>
                  <a:cubicBezTo>
                    <a:pt x="5213" y="4419"/>
                    <a:pt x="5395" y="4219"/>
                    <a:pt x="5559" y="4056"/>
                  </a:cubicBezTo>
                  <a:cubicBezTo>
                    <a:pt x="6028" y="4103"/>
                    <a:pt x="6498" y="4190"/>
                    <a:pt x="6967" y="4190"/>
                  </a:cubicBezTo>
                  <a:cubicBezTo>
                    <a:pt x="7043" y="4190"/>
                    <a:pt x="7118" y="4188"/>
                    <a:pt x="7193" y="4183"/>
                  </a:cubicBezTo>
                  <a:cubicBezTo>
                    <a:pt x="8646" y="4110"/>
                    <a:pt x="9791" y="3492"/>
                    <a:pt x="10481" y="2148"/>
                  </a:cubicBezTo>
                  <a:cubicBezTo>
                    <a:pt x="10499" y="2130"/>
                    <a:pt x="10535" y="2112"/>
                    <a:pt x="10554" y="2076"/>
                  </a:cubicBezTo>
                  <a:lnTo>
                    <a:pt x="10554" y="1967"/>
                  </a:lnTo>
                  <a:cubicBezTo>
                    <a:pt x="9918" y="1531"/>
                    <a:pt x="9191" y="1422"/>
                    <a:pt x="8447" y="1331"/>
                  </a:cubicBezTo>
                  <a:cubicBezTo>
                    <a:pt x="8265" y="1313"/>
                    <a:pt x="8210" y="1240"/>
                    <a:pt x="8174" y="1077"/>
                  </a:cubicBezTo>
                  <a:cubicBezTo>
                    <a:pt x="8020" y="425"/>
                    <a:pt x="7477" y="0"/>
                    <a:pt x="68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4677300" y="2855225"/>
              <a:ext cx="331050" cy="150775"/>
            </a:xfrm>
            <a:custGeom>
              <a:rect b="b" l="l" r="r" t="t"/>
              <a:pathLst>
                <a:path extrusionOk="0" h="6031" w="13242">
                  <a:moveTo>
                    <a:pt x="8476" y="1"/>
                  </a:moveTo>
                  <a:cubicBezTo>
                    <a:pt x="8067" y="1"/>
                    <a:pt x="7676" y="120"/>
                    <a:pt x="7284" y="218"/>
                  </a:cubicBezTo>
                  <a:cubicBezTo>
                    <a:pt x="6667" y="382"/>
                    <a:pt x="6085" y="600"/>
                    <a:pt x="5540" y="963"/>
                  </a:cubicBezTo>
                  <a:cubicBezTo>
                    <a:pt x="5740" y="1362"/>
                    <a:pt x="5940" y="1726"/>
                    <a:pt x="6158" y="2125"/>
                  </a:cubicBezTo>
                  <a:cubicBezTo>
                    <a:pt x="5704" y="2198"/>
                    <a:pt x="5286" y="2234"/>
                    <a:pt x="4850" y="2325"/>
                  </a:cubicBezTo>
                  <a:cubicBezTo>
                    <a:pt x="4556" y="2383"/>
                    <a:pt x="4273" y="2412"/>
                    <a:pt x="4000" y="2412"/>
                  </a:cubicBezTo>
                  <a:cubicBezTo>
                    <a:pt x="2910" y="2412"/>
                    <a:pt x="1991" y="1947"/>
                    <a:pt x="1236" y="1017"/>
                  </a:cubicBezTo>
                  <a:cubicBezTo>
                    <a:pt x="1199" y="963"/>
                    <a:pt x="1145" y="908"/>
                    <a:pt x="1090" y="854"/>
                  </a:cubicBezTo>
                  <a:lnTo>
                    <a:pt x="1090" y="854"/>
                  </a:lnTo>
                  <a:cubicBezTo>
                    <a:pt x="1" y="2307"/>
                    <a:pt x="473" y="4814"/>
                    <a:pt x="1635" y="6030"/>
                  </a:cubicBezTo>
                  <a:cubicBezTo>
                    <a:pt x="2205" y="5020"/>
                    <a:pt x="3421" y="4416"/>
                    <a:pt x="4580" y="4416"/>
                  </a:cubicBezTo>
                  <a:cubicBezTo>
                    <a:pt x="5046" y="4416"/>
                    <a:pt x="5502" y="4514"/>
                    <a:pt x="5904" y="4723"/>
                  </a:cubicBezTo>
                  <a:cubicBezTo>
                    <a:pt x="5867" y="5013"/>
                    <a:pt x="5813" y="5322"/>
                    <a:pt x="5777" y="5613"/>
                  </a:cubicBezTo>
                  <a:cubicBezTo>
                    <a:pt x="5777" y="5722"/>
                    <a:pt x="5813" y="5885"/>
                    <a:pt x="5886" y="5922"/>
                  </a:cubicBezTo>
                  <a:cubicBezTo>
                    <a:pt x="5910" y="5931"/>
                    <a:pt x="5941" y="5936"/>
                    <a:pt x="5974" y="5936"/>
                  </a:cubicBezTo>
                  <a:cubicBezTo>
                    <a:pt x="6066" y="5936"/>
                    <a:pt x="6177" y="5902"/>
                    <a:pt x="6231" y="5849"/>
                  </a:cubicBezTo>
                  <a:cubicBezTo>
                    <a:pt x="6485" y="5631"/>
                    <a:pt x="6721" y="5358"/>
                    <a:pt x="7012" y="5086"/>
                  </a:cubicBezTo>
                  <a:cubicBezTo>
                    <a:pt x="7601" y="5259"/>
                    <a:pt x="8174" y="5337"/>
                    <a:pt x="8718" y="5337"/>
                  </a:cubicBezTo>
                  <a:cubicBezTo>
                    <a:pt x="10974" y="5337"/>
                    <a:pt x="12744" y="3992"/>
                    <a:pt x="13242" y="2470"/>
                  </a:cubicBezTo>
                  <a:cubicBezTo>
                    <a:pt x="12969" y="2343"/>
                    <a:pt x="12697" y="2162"/>
                    <a:pt x="12388" y="2071"/>
                  </a:cubicBezTo>
                  <a:cubicBezTo>
                    <a:pt x="11789" y="1907"/>
                    <a:pt x="11153" y="1798"/>
                    <a:pt x="10535" y="1689"/>
                  </a:cubicBezTo>
                  <a:cubicBezTo>
                    <a:pt x="10390" y="1653"/>
                    <a:pt x="10281" y="1635"/>
                    <a:pt x="10245" y="1435"/>
                  </a:cubicBezTo>
                  <a:cubicBezTo>
                    <a:pt x="10118" y="709"/>
                    <a:pt x="9573" y="182"/>
                    <a:pt x="8846" y="37"/>
                  </a:cubicBezTo>
                  <a:cubicBezTo>
                    <a:pt x="8721" y="11"/>
                    <a:pt x="8597" y="1"/>
                    <a:pt x="84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4809900" y="2565050"/>
              <a:ext cx="263400" cy="118550"/>
            </a:xfrm>
            <a:custGeom>
              <a:rect b="b" l="l" r="r" t="t"/>
              <a:pathLst>
                <a:path extrusionOk="0" h="4742" w="10536">
                  <a:moveTo>
                    <a:pt x="6903" y="0"/>
                  </a:moveTo>
                  <a:cubicBezTo>
                    <a:pt x="6891" y="0"/>
                    <a:pt x="6878" y="0"/>
                    <a:pt x="6866" y="1"/>
                  </a:cubicBezTo>
                  <a:cubicBezTo>
                    <a:pt x="6012" y="19"/>
                    <a:pt x="5213" y="291"/>
                    <a:pt x="4450" y="745"/>
                  </a:cubicBezTo>
                  <a:cubicBezTo>
                    <a:pt x="4614" y="1054"/>
                    <a:pt x="4759" y="1345"/>
                    <a:pt x="4941" y="1672"/>
                  </a:cubicBezTo>
                  <a:cubicBezTo>
                    <a:pt x="4578" y="1726"/>
                    <a:pt x="4269" y="1744"/>
                    <a:pt x="3960" y="1817"/>
                  </a:cubicBezTo>
                  <a:cubicBezTo>
                    <a:pt x="3715" y="1865"/>
                    <a:pt x="3480" y="1889"/>
                    <a:pt x="3254" y="1889"/>
                  </a:cubicBezTo>
                  <a:cubicBezTo>
                    <a:pt x="2357" y="1889"/>
                    <a:pt x="1609" y="1511"/>
                    <a:pt x="999" y="727"/>
                  </a:cubicBezTo>
                  <a:cubicBezTo>
                    <a:pt x="981" y="709"/>
                    <a:pt x="945" y="691"/>
                    <a:pt x="927" y="673"/>
                  </a:cubicBezTo>
                  <a:lnTo>
                    <a:pt x="927" y="673"/>
                  </a:lnTo>
                  <a:cubicBezTo>
                    <a:pt x="0" y="1926"/>
                    <a:pt x="527" y="3942"/>
                    <a:pt x="1363" y="4741"/>
                  </a:cubicBezTo>
                  <a:cubicBezTo>
                    <a:pt x="1826" y="3957"/>
                    <a:pt x="2725" y="3500"/>
                    <a:pt x="3637" y="3500"/>
                  </a:cubicBezTo>
                  <a:cubicBezTo>
                    <a:pt x="4013" y="3500"/>
                    <a:pt x="4391" y="3578"/>
                    <a:pt x="4741" y="3742"/>
                  </a:cubicBezTo>
                  <a:cubicBezTo>
                    <a:pt x="4705" y="3942"/>
                    <a:pt x="4650" y="4178"/>
                    <a:pt x="4632" y="4396"/>
                  </a:cubicBezTo>
                  <a:cubicBezTo>
                    <a:pt x="4632" y="4487"/>
                    <a:pt x="4668" y="4614"/>
                    <a:pt x="4741" y="4669"/>
                  </a:cubicBezTo>
                  <a:cubicBezTo>
                    <a:pt x="4751" y="4679"/>
                    <a:pt x="4771" y="4683"/>
                    <a:pt x="4796" y="4683"/>
                  </a:cubicBezTo>
                  <a:cubicBezTo>
                    <a:pt x="4862" y="4683"/>
                    <a:pt x="4961" y="4653"/>
                    <a:pt x="5013" y="4614"/>
                  </a:cubicBezTo>
                  <a:cubicBezTo>
                    <a:pt x="5213" y="4433"/>
                    <a:pt x="5395" y="4215"/>
                    <a:pt x="5595" y="4015"/>
                  </a:cubicBezTo>
                  <a:cubicBezTo>
                    <a:pt x="6078" y="4148"/>
                    <a:pt x="6537" y="4208"/>
                    <a:pt x="6968" y="4208"/>
                  </a:cubicBezTo>
                  <a:cubicBezTo>
                    <a:pt x="8819" y="4208"/>
                    <a:pt x="10137" y="3100"/>
                    <a:pt x="10535" y="1980"/>
                  </a:cubicBezTo>
                  <a:cubicBezTo>
                    <a:pt x="10408" y="1890"/>
                    <a:pt x="10281" y="1781"/>
                    <a:pt x="10136" y="1744"/>
                  </a:cubicBezTo>
                  <a:cubicBezTo>
                    <a:pt x="9591" y="1581"/>
                    <a:pt x="9046" y="1454"/>
                    <a:pt x="8483" y="1327"/>
                  </a:cubicBezTo>
                  <a:cubicBezTo>
                    <a:pt x="8301" y="1290"/>
                    <a:pt x="8210" y="1254"/>
                    <a:pt x="8156" y="1054"/>
                  </a:cubicBezTo>
                  <a:cubicBezTo>
                    <a:pt x="8031" y="449"/>
                    <a:pt x="7522" y="0"/>
                    <a:pt x="69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4045200" y="2933300"/>
              <a:ext cx="262050" cy="118575"/>
            </a:xfrm>
            <a:custGeom>
              <a:rect b="b" l="l" r="r" t="t"/>
              <a:pathLst>
                <a:path extrusionOk="0" h="4743" w="10482">
                  <a:moveTo>
                    <a:pt x="6796" y="1"/>
                  </a:moveTo>
                  <a:cubicBezTo>
                    <a:pt x="6783" y="1"/>
                    <a:pt x="6770" y="1"/>
                    <a:pt x="6758" y="1"/>
                  </a:cubicBezTo>
                  <a:cubicBezTo>
                    <a:pt x="6540" y="1"/>
                    <a:pt x="6322" y="38"/>
                    <a:pt x="6122" y="92"/>
                  </a:cubicBezTo>
                  <a:cubicBezTo>
                    <a:pt x="5522" y="219"/>
                    <a:pt x="4941" y="401"/>
                    <a:pt x="4396" y="764"/>
                  </a:cubicBezTo>
                  <a:cubicBezTo>
                    <a:pt x="4560" y="1073"/>
                    <a:pt x="4723" y="1364"/>
                    <a:pt x="4887" y="1691"/>
                  </a:cubicBezTo>
                  <a:cubicBezTo>
                    <a:pt x="4360" y="1745"/>
                    <a:pt x="3870" y="1836"/>
                    <a:pt x="3361" y="1872"/>
                  </a:cubicBezTo>
                  <a:cubicBezTo>
                    <a:pt x="3262" y="1883"/>
                    <a:pt x="3165" y="1889"/>
                    <a:pt x="3070" y="1889"/>
                  </a:cubicBezTo>
                  <a:cubicBezTo>
                    <a:pt x="2379" y="1889"/>
                    <a:pt x="1783" y="1602"/>
                    <a:pt x="1272" y="1091"/>
                  </a:cubicBezTo>
                  <a:cubicBezTo>
                    <a:pt x="1145" y="964"/>
                    <a:pt x="1018" y="819"/>
                    <a:pt x="891" y="673"/>
                  </a:cubicBezTo>
                  <a:lnTo>
                    <a:pt x="873" y="673"/>
                  </a:lnTo>
                  <a:cubicBezTo>
                    <a:pt x="1" y="1800"/>
                    <a:pt x="419" y="3906"/>
                    <a:pt x="1309" y="4742"/>
                  </a:cubicBezTo>
                  <a:cubicBezTo>
                    <a:pt x="1735" y="3967"/>
                    <a:pt x="2667" y="3504"/>
                    <a:pt x="3594" y="3504"/>
                  </a:cubicBezTo>
                  <a:cubicBezTo>
                    <a:pt x="3970" y="3504"/>
                    <a:pt x="4346" y="3580"/>
                    <a:pt x="4687" y="3743"/>
                  </a:cubicBezTo>
                  <a:cubicBezTo>
                    <a:pt x="4651" y="3961"/>
                    <a:pt x="4614" y="4179"/>
                    <a:pt x="4596" y="4397"/>
                  </a:cubicBezTo>
                  <a:cubicBezTo>
                    <a:pt x="4596" y="4506"/>
                    <a:pt x="4632" y="4651"/>
                    <a:pt x="4687" y="4688"/>
                  </a:cubicBezTo>
                  <a:cubicBezTo>
                    <a:pt x="4703" y="4695"/>
                    <a:pt x="4722" y="4699"/>
                    <a:pt x="4744" y="4699"/>
                  </a:cubicBezTo>
                  <a:cubicBezTo>
                    <a:pt x="4820" y="4699"/>
                    <a:pt x="4921" y="4653"/>
                    <a:pt x="4978" y="4597"/>
                  </a:cubicBezTo>
                  <a:cubicBezTo>
                    <a:pt x="5177" y="4415"/>
                    <a:pt x="5359" y="4215"/>
                    <a:pt x="5541" y="4015"/>
                  </a:cubicBezTo>
                  <a:cubicBezTo>
                    <a:pt x="6013" y="4149"/>
                    <a:pt x="6470" y="4210"/>
                    <a:pt x="6903" y="4210"/>
                  </a:cubicBezTo>
                  <a:cubicBezTo>
                    <a:pt x="8700" y="4210"/>
                    <a:pt x="10086" y="3163"/>
                    <a:pt x="10481" y="1963"/>
                  </a:cubicBezTo>
                  <a:cubicBezTo>
                    <a:pt x="10318" y="1872"/>
                    <a:pt x="10154" y="1745"/>
                    <a:pt x="9973" y="1691"/>
                  </a:cubicBezTo>
                  <a:cubicBezTo>
                    <a:pt x="9482" y="1563"/>
                    <a:pt x="8974" y="1436"/>
                    <a:pt x="8483" y="1345"/>
                  </a:cubicBezTo>
                  <a:cubicBezTo>
                    <a:pt x="8265" y="1309"/>
                    <a:pt x="8156" y="1273"/>
                    <a:pt x="8102" y="1037"/>
                  </a:cubicBezTo>
                  <a:cubicBezTo>
                    <a:pt x="7959" y="432"/>
                    <a:pt x="7416" y="1"/>
                    <a:pt x="67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3996175" y="2416275"/>
              <a:ext cx="263375" cy="118825"/>
            </a:xfrm>
            <a:custGeom>
              <a:rect b="b" l="l" r="r" t="t"/>
              <a:pathLst>
                <a:path extrusionOk="0" h="4753" w="10535">
                  <a:moveTo>
                    <a:pt x="6822" y="1"/>
                  </a:moveTo>
                  <a:cubicBezTo>
                    <a:pt x="6765" y="1"/>
                    <a:pt x="6707" y="5"/>
                    <a:pt x="6648" y="12"/>
                  </a:cubicBezTo>
                  <a:cubicBezTo>
                    <a:pt x="5958" y="85"/>
                    <a:pt x="5286" y="285"/>
                    <a:pt x="4686" y="612"/>
                  </a:cubicBezTo>
                  <a:cubicBezTo>
                    <a:pt x="4595" y="648"/>
                    <a:pt x="4523" y="702"/>
                    <a:pt x="4432" y="757"/>
                  </a:cubicBezTo>
                  <a:cubicBezTo>
                    <a:pt x="4595" y="1084"/>
                    <a:pt x="4741" y="1374"/>
                    <a:pt x="4904" y="1683"/>
                  </a:cubicBezTo>
                  <a:cubicBezTo>
                    <a:pt x="4505" y="1738"/>
                    <a:pt x="4123" y="1774"/>
                    <a:pt x="3742" y="1847"/>
                  </a:cubicBezTo>
                  <a:cubicBezTo>
                    <a:pt x="3541" y="1886"/>
                    <a:pt x="3348" y="1905"/>
                    <a:pt x="3162" y="1905"/>
                  </a:cubicBezTo>
                  <a:cubicBezTo>
                    <a:pt x="2318" y="1905"/>
                    <a:pt x="1616" y="1511"/>
                    <a:pt x="1035" y="811"/>
                  </a:cubicBezTo>
                  <a:cubicBezTo>
                    <a:pt x="999" y="757"/>
                    <a:pt x="945" y="721"/>
                    <a:pt x="890" y="684"/>
                  </a:cubicBezTo>
                  <a:lnTo>
                    <a:pt x="890" y="684"/>
                  </a:lnTo>
                  <a:cubicBezTo>
                    <a:pt x="0" y="1938"/>
                    <a:pt x="491" y="3899"/>
                    <a:pt x="1326" y="4753"/>
                  </a:cubicBezTo>
                  <a:cubicBezTo>
                    <a:pt x="1807" y="3960"/>
                    <a:pt x="2650" y="3521"/>
                    <a:pt x="3582" y="3521"/>
                  </a:cubicBezTo>
                  <a:cubicBezTo>
                    <a:pt x="3954" y="3521"/>
                    <a:pt x="4340" y="3591"/>
                    <a:pt x="4723" y="3736"/>
                  </a:cubicBezTo>
                  <a:cubicBezTo>
                    <a:pt x="4686" y="3972"/>
                    <a:pt x="4632" y="4208"/>
                    <a:pt x="4614" y="4444"/>
                  </a:cubicBezTo>
                  <a:cubicBezTo>
                    <a:pt x="4602" y="4620"/>
                    <a:pt x="4658" y="4712"/>
                    <a:pt x="4758" y="4712"/>
                  </a:cubicBezTo>
                  <a:cubicBezTo>
                    <a:pt x="4813" y="4712"/>
                    <a:pt x="4881" y="4684"/>
                    <a:pt x="4959" y="4626"/>
                  </a:cubicBezTo>
                  <a:cubicBezTo>
                    <a:pt x="5140" y="4499"/>
                    <a:pt x="5304" y="4317"/>
                    <a:pt x="5431" y="4153"/>
                  </a:cubicBezTo>
                  <a:cubicBezTo>
                    <a:pt x="5495" y="4064"/>
                    <a:pt x="5540" y="4020"/>
                    <a:pt x="5612" y="4020"/>
                  </a:cubicBezTo>
                  <a:cubicBezTo>
                    <a:pt x="5643" y="4020"/>
                    <a:pt x="5678" y="4028"/>
                    <a:pt x="5722" y="4044"/>
                  </a:cubicBezTo>
                  <a:cubicBezTo>
                    <a:pt x="6112" y="4158"/>
                    <a:pt x="6503" y="4212"/>
                    <a:pt x="6894" y="4212"/>
                  </a:cubicBezTo>
                  <a:cubicBezTo>
                    <a:pt x="7193" y="4212"/>
                    <a:pt x="7493" y="4180"/>
                    <a:pt x="7792" y="4117"/>
                  </a:cubicBezTo>
                  <a:cubicBezTo>
                    <a:pt x="8955" y="3899"/>
                    <a:pt x="9845" y="3300"/>
                    <a:pt x="10426" y="2246"/>
                  </a:cubicBezTo>
                  <a:cubicBezTo>
                    <a:pt x="10535" y="2046"/>
                    <a:pt x="10499" y="1919"/>
                    <a:pt x="10281" y="1829"/>
                  </a:cubicBezTo>
                  <a:cubicBezTo>
                    <a:pt x="10081" y="1738"/>
                    <a:pt x="9881" y="1629"/>
                    <a:pt x="9663" y="1574"/>
                  </a:cubicBezTo>
                  <a:cubicBezTo>
                    <a:pt x="9173" y="1465"/>
                    <a:pt x="8682" y="1374"/>
                    <a:pt x="8192" y="1265"/>
                  </a:cubicBezTo>
                  <a:cubicBezTo>
                    <a:pt x="8174" y="1211"/>
                    <a:pt x="8174" y="1156"/>
                    <a:pt x="8156" y="1102"/>
                  </a:cubicBezTo>
                  <a:cubicBezTo>
                    <a:pt x="8006" y="452"/>
                    <a:pt x="7458" y="1"/>
                    <a:pt x="68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4334925" y="2584775"/>
              <a:ext cx="260675" cy="119250"/>
            </a:xfrm>
            <a:custGeom>
              <a:rect b="b" l="l" r="r" t="t"/>
              <a:pathLst>
                <a:path extrusionOk="0" h="4770" w="10427">
                  <a:moveTo>
                    <a:pt x="6709" y="0"/>
                  </a:moveTo>
                  <a:cubicBezTo>
                    <a:pt x="6653" y="0"/>
                    <a:pt x="6596" y="4"/>
                    <a:pt x="6539" y="11"/>
                  </a:cubicBezTo>
                  <a:cubicBezTo>
                    <a:pt x="5831" y="84"/>
                    <a:pt x="5177" y="283"/>
                    <a:pt x="4559" y="610"/>
                  </a:cubicBezTo>
                  <a:cubicBezTo>
                    <a:pt x="4468" y="647"/>
                    <a:pt x="4396" y="701"/>
                    <a:pt x="4323" y="756"/>
                  </a:cubicBezTo>
                  <a:cubicBezTo>
                    <a:pt x="4487" y="1083"/>
                    <a:pt x="4632" y="1373"/>
                    <a:pt x="4795" y="1682"/>
                  </a:cubicBezTo>
                  <a:cubicBezTo>
                    <a:pt x="4450" y="1736"/>
                    <a:pt x="4141" y="1773"/>
                    <a:pt x="3833" y="1827"/>
                  </a:cubicBezTo>
                  <a:cubicBezTo>
                    <a:pt x="3572" y="1877"/>
                    <a:pt x="3320" y="1905"/>
                    <a:pt x="3077" y="1905"/>
                  </a:cubicBezTo>
                  <a:cubicBezTo>
                    <a:pt x="2351" y="1905"/>
                    <a:pt x="1702" y="1663"/>
                    <a:pt x="1144" y="1064"/>
                  </a:cubicBezTo>
                  <a:cubicBezTo>
                    <a:pt x="1017" y="937"/>
                    <a:pt x="908" y="810"/>
                    <a:pt x="799" y="683"/>
                  </a:cubicBezTo>
                  <a:lnTo>
                    <a:pt x="799" y="683"/>
                  </a:lnTo>
                  <a:cubicBezTo>
                    <a:pt x="0" y="1682"/>
                    <a:pt x="218" y="3734"/>
                    <a:pt x="1217" y="4770"/>
                  </a:cubicBezTo>
                  <a:cubicBezTo>
                    <a:pt x="1656" y="3982"/>
                    <a:pt x="2601" y="3506"/>
                    <a:pt x="3521" y="3506"/>
                  </a:cubicBezTo>
                  <a:cubicBezTo>
                    <a:pt x="3895" y="3506"/>
                    <a:pt x="4265" y="3585"/>
                    <a:pt x="4596" y="3753"/>
                  </a:cubicBezTo>
                  <a:cubicBezTo>
                    <a:pt x="4559" y="3989"/>
                    <a:pt x="4523" y="4225"/>
                    <a:pt x="4505" y="4461"/>
                  </a:cubicBezTo>
                  <a:cubicBezTo>
                    <a:pt x="4505" y="4628"/>
                    <a:pt x="4560" y="4717"/>
                    <a:pt x="4654" y="4717"/>
                  </a:cubicBezTo>
                  <a:cubicBezTo>
                    <a:pt x="4703" y="4717"/>
                    <a:pt x="4763" y="4692"/>
                    <a:pt x="4832" y="4643"/>
                  </a:cubicBezTo>
                  <a:cubicBezTo>
                    <a:pt x="5013" y="4515"/>
                    <a:pt x="5177" y="4352"/>
                    <a:pt x="5304" y="4170"/>
                  </a:cubicBezTo>
                  <a:cubicBezTo>
                    <a:pt x="5373" y="4074"/>
                    <a:pt x="5431" y="4030"/>
                    <a:pt x="5526" y="4030"/>
                  </a:cubicBezTo>
                  <a:cubicBezTo>
                    <a:pt x="5557" y="4030"/>
                    <a:pt x="5591" y="4034"/>
                    <a:pt x="5631" y="4043"/>
                  </a:cubicBezTo>
                  <a:cubicBezTo>
                    <a:pt x="6022" y="4156"/>
                    <a:pt x="6412" y="4211"/>
                    <a:pt x="6803" y="4211"/>
                  </a:cubicBezTo>
                  <a:cubicBezTo>
                    <a:pt x="7102" y="4211"/>
                    <a:pt x="7402" y="4179"/>
                    <a:pt x="7702" y="4116"/>
                  </a:cubicBezTo>
                  <a:cubicBezTo>
                    <a:pt x="8864" y="3898"/>
                    <a:pt x="9754" y="3298"/>
                    <a:pt x="10317" y="2245"/>
                  </a:cubicBezTo>
                  <a:cubicBezTo>
                    <a:pt x="10426" y="2045"/>
                    <a:pt x="10390" y="1936"/>
                    <a:pt x="10208" y="1845"/>
                  </a:cubicBezTo>
                  <a:cubicBezTo>
                    <a:pt x="9917" y="1736"/>
                    <a:pt x="9627" y="1591"/>
                    <a:pt x="9318" y="1518"/>
                  </a:cubicBezTo>
                  <a:cubicBezTo>
                    <a:pt x="8918" y="1409"/>
                    <a:pt x="8483" y="1355"/>
                    <a:pt x="8083" y="1282"/>
                  </a:cubicBezTo>
                  <a:cubicBezTo>
                    <a:pt x="7915" y="494"/>
                    <a:pt x="7376" y="0"/>
                    <a:pt x="67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7" name="Google Shape;257;p16" title="logoun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8925" y="120325"/>
            <a:ext cx="1188100" cy="1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 txBox="1"/>
          <p:nvPr>
            <p:ph idx="1" type="subTitle"/>
          </p:nvPr>
        </p:nvSpPr>
        <p:spPr>
          <a:xfrm>
            <a:off x="720000" y="1694350"/>
            <a:ext cx="5809800" cy="27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 flipH="1">
            <a:off x="6667516" y="1694350"/>
            <a:ext cx="1702185" cy="1260950"/>
            <a:chOff x="134200" y="943300"/>
            <a:chExt cx="3821700" cy="2831050"/>
          </a:xfrm>
        </p:grpSpPr>
        <p:sp>
          <p:nvSpPr>
            <p:cNvPr id="265" name="Google Shape;265;p17"/>
            <p:cNvSpPr/>
            <p:nvPr/>
          </p:nvSpPr>
          <p:spPr>
            <a:xfrm>
              <a:off x="2316875" y="2356850"/>
              <a:ext cx="1639025" cy="530600"/>
            </a:xfrm>
            <a:custGeom>
              <a:rect b="b" l="l" r="r" t="t"/>
              <a:pathLst>
                <a:path extrusionOk="0" h="21224" w="65561">
                  <a:moveTo>
                    <a:pt x="45468" y="0"/>
                  </a:moveTo>
                  <a:cubicBezTo>
                    <a:pt x="36760" y="0"/>
                    <a:pt x="12931" y="12148"/>
                    <a:pt x="7527" y="12148"/>
                  </a:cubicBezTo>
                  <a:cubicBezTo>
                    <a:pt x="7284" y="12148"/>
                    <a:pt x="7078" y="12123"/>
                    <a:pt x="6913" y="12072"/>
                  </a:cubicBezTo>
                  <a:cubicBezTo>
                    <a:pt x="4861" y="11459"/>
                    <a:pt x="3049" y="9354"/>
                    <a:pt x="1930" y="9141"/>
                  </a:cubicBezTo>
                  <a:cubicBezTo>
                    <a:pt x="1858" y="9128"/>
                    <a:pt x="1786" y="9122"/>
                    <a:pt x="1716" y="9122"/>
                  </a:cubicBezTo>
                  <a:cubicBezTo>
                    <a:pt x="729" y="9122"/>
                    <a:pt x="1" y="10295"/>
                    <a:pt x="225" y="11166"/>
                  </a:cubicBezTo>
                  <a:cubicBezTo>
                    <a:pt x="491" y="12098"/>
                    <a:pt x="7206" y="20039"/>
                    <a:pt x="15520" y="21158"/>
                  </a:cubicBezTo>
                  <a:cubicBezTo>
                    <a:pt x="15857" y="21202"/>
                    <a:pt x="16244" y="21224"/>
                    <a:pt x="16675" y="21224"/>
                  </a:cubicBezTo>
                  <a:cubicBezTo>
                    <a:pt x="26880" y="21224"/>
                    <a:pt x="62192" y="9291"/>
                    <a:pt x="63828" y="7169"/>
                  </a:cubicBezTo>
                  <a:cubicBezTo>
                    <a:pt x="65560" y="4931"/>
                    <a:pt x="49626" y="54"/>
                    <a:pt x="45603" y="1"/>
                  </a:cubicBezTo>
                  <a:cubicBezTo>
                    <a:pt x="45558" y="1"/>
                    <a:pt x="45513" y="0"/>
                    <a:pt x="45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7"/>
            <p:cNvSpPr/>
            <p:nvPr/>
          </p:nvSpPr>
          <p:spPr>
            <a:xfrm>
              <a:off x="134200" y="943300"/>
              <a:ext cx="3178875" cy="2361800"/>
            </a:xfrm>
            <a:custGeom>
              <a:rect b="b" l="l" r="r" t="t"/>
              <a:pathLst>
                <a:path extrusionOk="0" h="94472" w="127155">
                  <a:moveTo>
                    <a:pt x="4557" y="1"/>
                  </a:moveTo>
                  <a:lnTo>
                    <a:pt x="4557" y="1"/>
                  </a:lnTo>
                  <a:cubicBezTo>
                    <a:pt x="4557" y="1"/>
                    <a:pt x="0" y="23263"/>
                    <a:pt x="21610" y="29338"/>
                  </a:cubicBezTo>
                  <a:cubicBezTo>
                    <a:pt x="21610" y="29338"/>
                    <a:pt x="17134" y="72211"/>
                    <a:pt x="42900" y="87426"/>
                  </a:cubicBezTo>
                  <a:cubicBezTo>
                    <a:pt x="43699" y="87879"/>
                    <a:pt x="44499" y="88332"/>
                    <a:pt x="45325" y="88731"/>
                  </a:cubicBezTo>
                  <a:cubicBezTo>
                    <a:pt x="52962" y="92630"/>
                    <a:pt x="61898" y="94472"/>
                    <a:pt x="70867" y="94472"/>
                  </a:cubicBezTo>
                  <a:cubicBezTo>
                    <a:pt x="87339" y="94472"/>
                    <a:pt x="103925" y="88260"/>
                    <a:pt x="112792" y="77167"/>
                  </a:cubicBezTo>
                  <a:cubicBezTo>
                    <a:pt x="125209" y="61659"/>
                    <a:pt x="124090" y="53239"/>
                    <a:pt x="123291" y="52600"/>
                  </a:cubicBezTo>
                  <a:cubicBezTo>
                    <a:pt x="123291" y="52600"/>
                    <a:pt x="123264" y="52573"/>
                    <a:pt x="123264" y="52573"/>
                  </a:cubicBezTo>
                  <a:cubicBezTo>
                    <a:pt x="127154" y="52307"/>
                    <a:pt x="115910" y="43540"/>
                    <a:pt x="103146" y="43274"/>
                  </a:cubicBezTo>
                  <a:cubicBezTo>
                    <a:pt x="102938" y="43270"/>
                    <a:pt x="102730" y="43268"/>
                    <a:pt x="102521" y="43268"/>
                  </a:cubicBezTo>
                  <a:cubicBezTo>
                    <a:pt x="88442" y="43268"/>
                    <a:pt x="72416" y="52020"/>
                    <a:pt x="55743" y="56064"/>
                  </a:cubicBezTo>
                  <a:cubicBezTo>
                    <a:pt x="54248" y="56428"/>
                    <a:pt x="52810" y="56599"/>
                    <a:pt x="51429" y="56599"/>
                  </a:cubicBezTo>
                  <a:cubicBezTo>
                    <a:pt x="37973" y="56599"/>
                    <a:pt x="29984" y="40369"/>
                    <a:pt x="27978" y="28938"/>
                  </a:cubicBezTo>
                  <a:cubicBezTo>
                    <a:pt x="27978" y="28938"/>
                    <a:pt x="46577" y="27313"/>
                    <a:pt x="48549" y="6423"/>
                  </a:cubicBezTo>
                  <a:lnTo>
                    <a:pt x="48549" y="6423"/>
                  </a:lnTo>
                  <a:cubicBezTo>
                    <a:pt x="48549" y="6423"/>
                    <a:pt x="44792" y="10766"/>
                    <a:pt x="40129" y="12258"/>
                  </a:cubicBezTo>
                  <a:cubicBezTo>
                    <a:pt x="35439" y="13750"/>
                    <a:pt x="27072" y="14496"/>
                    <a:pt x="24781" y="22916"/>
                  </a:cubicBezTo>
                  <a:cubicBezTo>
                    <a:pt x="24781" y="22916"/>
                    <a:pt x="21317" y="12498"/>
                    <a:pt x="10978" y="8394"/>
                  </a:cubicBezTo>
                  <a:cubicBezTo>
                    <a:pt x="6635" y="6662"/>
                    <a:pt x="4557" y="1"/>
                    <a:pt x="4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7"/>
            <p:cNvSpPr/>
            <p:nvPr/>
          </p:nvSpPr>
          <p:spPr>
            <a:xfrm>
              <a:off x="1867500" y="2358725"/>
              <a:ext cx="97950" cy="94225"/>
            </a:xfrm>
            <a:custGeom>
              <a:rect b="b" l="l" r="r" t="t"/>
              <a:pathLst>
                <a:path extrusionOk="0" h="3769" w="3918">
                  <a:moveTo>
                    <a:pt x="1956" y="1"/>
                  </a:moveTo>
                  <a:cubicBezTo>
                    <a:pt x="1908" y="1"/>
                    <a:pt x="1861" y="2"/>
                    <a:pt x="1813" y="6"/>
                  </a:cubicBezTo>
                  <a:cubicBezTo>
                    <a:pt x="773" y="86"/>
                    <a:pt x="1" y="992"/>
                    <a:pt x="81" y="2031"/>
                  </a:cubicBezTo>
                  <a:cubicBezTo>
                    <a:pt x="131" y="3021"/>
                    <a:pt x="956" y="3769"/>
                    <a:pt x="1932" y="3769"/>
                  </a:cubicBezTo>
                  <a:cubicBezTo>
                    <a:pt x="1980" y="3769"/>
                    <a:pt x="2030" y="3767"/>
                    <a:pt x="2079" y="3763"/>
                  </a:cubicBezTo>
                  <a:cubicBezTo>
                    <a:pt x="3118" y="3683"/>
                    <a:pt x="3918" y="2804"/>
                    <a:pt x="3838" y="1765"/>
                  </a:cubicBezTo>
                  <a:cubicBezTo>
                    <a:pt x="3761" y="774"/>
                    <a:pt x="2934" y="1"/>
                    <a:pt x="1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7"/>
            <p:cNvSpPr/>
            <p:nvPr/>
          </p:nvSpPr>
          <p:spPr>
            <a:xfrm>
              <a:off x="1266650" y="2249325"/>
              <a:ext cx="2012450" cy="1057600"/>
            </a:xfrm>
            <a:custGeom>
              <a:rect b="b" l="l" r="r" t="t"/>
              <a:pathLst>
                <a:path extrusionOk="0" h="42304" w="80498">
                  <a:moveTo>
                    <a:pt x="72880" y="0"/>
                  </a:moveTo>
                  <a:cubicBezTo>
                    <a:pt x="66829" y="0"/>
                    <a:pt x="56138" y="1129"/>
                    <a:pt x="42181" y="6727"/>
                  </a:cubicBezTo>
                  <a:cubicBezTo>
                    <a:pt x="33201" y="10324"/>
                    <a:pt x="31016" y="23540"/>
                    <a:pt x="22303" y="30282"/>
                  </a:cubicBezTo>
                  <a:cubicBezTo>
                    <a:pt x="16389" y="34876"/>
                    <a:pt x="8100" y="36575"/>
                    <a:pt x="2207" y="36575"/>
                  </a:cubicBezTo>
                  <a:cubicBezTo>
                    <a:pt x="1436" y="36575"/>
                    <a:pt x="705" y="36546"/>
                    <a:pt x="27" y="36490"/>
                  </a:cubicBezTo>
                  <a:lnTo>
                    <a:pt x="0" y="36490"/>
                  </a:lnTo>
                  <a:cubicBezTo>
                    <a:pt x="7725" y="40434"/>
                    <a:pt x="16793" y="42303"/>
                    <a:pt x="25929" y="42303"/>
                  </a:cubicBezTo>
                  <a:cubicBezTo>
                    <a:pt x="42413" y="42303"/>
                    <a:pt x="59123" y="36218"/>
                    <a:pt x="68587" y="25246"/>
                  </a:cubicBezTo>
                  <a:cubicBezTo>
                    <a:pt x="80497" y="11443"/>
                    <a:pt x="78792" y="998"/>
                    <a:pt x="77993" y="359"/>
                  </a:cubicBezTo>
                  <a:cubicBezTo>
                    <a:pt x="77210" y="207"/>
                    <a:pt x="75470" y="0"/>
                    <a:pt x="72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2051775" y="2238925"/>
              <a:ext cx="1162700" cy="198675"/>
            </a:xfrm>
            <a:custGeom>
              <a:rect b="b" l="l" r="r" t="t"/>
              <a:pathLst>
                <a:path extrusionOk="0" h="7947" w="46508">
                  <a:moveTo>
                    <a:pt x="41902" y="0"/>
                  </a:moveTo>
                  <a:cubicBezTo>
                    <a:pt x="41567" y="0"/>
                    <a:pt x="41237" y="2"/>
                    <a:pt x="40912" y="2"/>
                  </a:cubicBezTo>
                  <a:cubicBezTo>
                    <a:pt x="38914" y="2"/>
                    <a:pt x="36915" y="82"/>
                    <a:pt x="34917" y="242"/>
                  </a:cubicBezTo>
                  <a:cubicBezTo>
                    <a:pt x="31160" y="561"/>
                    <a:pt x="27429" y="1148"/>
                    <a:pt x="23752" y="1974"/>
                  </a:cubicBezTo>
                  <a:cubicBezTo>
                    <a:pt x="19968" y="2826"/>
                    <a:pt x="16318" y="4079"/>
                    <a:pt x="12667" y="5358"/>
                  </a:cubicBezTo>
                  <a:cubicBezTo>
                    <a:pt x="10133" y="6249"/>
                    <a:pt x="7484" y="7014"/>
                    <a:pt x="4841" y="7014"/>
                  </a:cubicBezTo>
                  <a:cubicBezTo>
                    <a:pt x="3454" y="7014"/>
                    <a:pt x="2069" y="6804"/>
                    <a:pt x="703" y="6290"/>
                  </a:cubicBezTo>
                  <a:cubicBezTo>
                    <a:pt x="661" y="6277"/>
                    <a:pt x="619" y="6271"/>
                    <a:pt x="579" y="6271"/>
                  </a:cubicBezTo>
                  <a:cubicBezTo>
                    <a:pt x="220" y="6271"/>
                    <a:pt x="0" y="6762"/>
                    <a:pt x="384" y="6930"/>
                  </a:cubicBezTo>
                  <a:cubicBezTo>
                    <a:pt x="1965" y="7656"/>
                    <a:pt x="3609" y="7946"/>
                    <a:pt x="5267" y="7946"/>
                  </a:cubicBezTo>
                  <a:cubicBezTo>
                    <a:pt x="7018" y="7946"/>
                    <a:pt x="8785" y="7622"/>
                    <a:pt x="10509" y="7143"/>
                  </a:cubicBezTo>
                  <a:cubicBezTo>
                    <a:pt x="14293" y="6077"/>
                    <a:pt x="17890" y="4505"/>
                    <a:pt x="21700" y="3519"/>
                  </a:cubicBezTo>
                  <a:cubicBezTo>
                    <a:pt x="25804" y="2453"/>
                    <a:pt x="29961" y="1707"/>
                    <a:pt x="34171" y="1308"/>
                  </a:cubicBezTo>
                  <a:cubicBezTo>
                    <a:pt x="36169" y="1094"/>
                    <a:pt x="38167" y="988"/>
                    <a:pt x="40166" y="881"/>
                  </a:cubicBezTo>
                  <a:cubicBezTo>
                    <a:pt x="40653" y="862"/>
                    <a:pt x="41145" y="858"/>
                    <a:pt x="41641" y="858"/>
                  </a:cubicBezTo>
                  <a:cubicBezTo>
                    <a:pt x="41997" y="858"/>
                    <a:pt x="42355" y="860"/>
                    <a:pt x="42714" y="860"/>
                  </a:cubicBezTo>
                  <a:cubicBezTo>
                    <a:pt x="43956" y="860"/>
                    <a:pt x="45202" y="836"/>
                    <a:pt x="46401" y="615"/>
                  </a:cubicBezTo>
                  <a:cubicBezTo>
                    <a:pt x="46508" y="588"/>
                    <a:pt x="46508" y="455"/>
                    <a:pt x="46401" y="428"/>
                  </a:cubicBezTo>
                  <a:cubicBezTo>
                    <a:pt x="44984" y="36"/>
                    <a:pt x="43406" y="0"/>
                    <a:pt x="41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2650600" y="2334025"/>
              <a:ext cx="526950" cy="734000"/>
            </a:xfrm>
            <a:custGeom>
              <a:rect b="b" l="l" r="r" t="t"/>
              <a:pathLst>
                <a:path extrusionOk="0" h="29360" w="21078">
                  <a:moveTo>
                    <a:pt x="20960" y="1"/>
                  </a:moveTo>
                  <a:cubicBezTo>
                    <a:pt x="20911" y="1"/>
                    <a:pt x="20861" y="28"/>
                    <a:pt x="20849" y="88"/>
                  </a:cubicBezTo>
                  <a:cubicBezTo>
                    <a:pt x="17652" y="11999"/>
                    <a:pt x="10271" y="22311"/>
                    <a:pt x="66" y="29239"/>
                  </a:cubicBezTo>
                  <a:cubicBezTo>
                    <a:pt x="1" y="29282"/>
                    <a:pt x="41" y="29360"/>
                    <a:pt x="101" y="29360"/>
                  </a:cubicBezTo>
                  <a:cubicBezTo>
                    <a:pt x="115" y="29360"/>
                    <a:pt x="130" y="29355"/>
                    <a:pt x="145" y="29345"/>
                  </a:cubicBezTo>
                  <a:cubicBezTo>
                    <a:pt x="10751" y="23030"/>
                    <a:pt x="18478" y="12212"/>
                    <a:pt x="21062" y="115"/>
                  </a:cubicBezTo>
                  <a:cubicBezTo>
                    <a:pt x="21077" y="42"/>
                    <a:pt x="21019" y="1"/>
                    <a:pt x="209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2182600" y="3094650"/>
              <a:ext cx="422700" cy="136900"/>
            </a:xfrm>
            <a:custGeom>
              <a:rect b="b" l="l" r="r" t="t"/>
              <a:pathLst>
                <a:path extrusionOk="0" h="5476" w="16908">
                  <a:moveTo>
                    <a:pt x="16808" y="0"/>
                  </a:moveTo>
                  <a:cubicBezTo>
                    <a:pt x="16793" y="0"/>
                    <a:pt x="16778" y="4"/>
                    <a:pt x="16760" y="13"/>
                  </a:cubicBezTo>
                  <a:cubicBezTo>
                    <a:pt x="11378" y="2491"/>
                    <a:pt x="6022" y="4329"/>
                    <a:pt x="133" y="5235"/>
                  </a:cubicBezTo>
                  <a:cubicBezTo>
                    <a:pt x="0" y="5262"/>
                    <a:pt x="0" y="5475"/>
                    <a:pt x="160" y="5475"/>
                  </a:cubicBezTo>
                  <a:cubicBezTo>
                    <a:pt x="5916" y="4862"/>
                    <a:pt x="11831" y="3130"/>
                    <a:pt x="16840" y="146"/>
                  </a:cubicBezTo>
                  <a:cubicBezTo>
                    <a:pt x="16907" y="101"/>
                    <a:pt x="16881" y="0"/>
                    <a:pt x="16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1690500" y="2468425"/>
              <a:ext cx="739675" cy="681900"/>
            </a:xfrm>
            <a:custGeom>
              <a:rect b="b" l="l" r="r" t="t"/>
              <a:pathLst>
                <a:path extrusionOk="0" h="27276" w="29587">
                  <a:moveTo>
                    <a:pt x="29491" y="0"/>
                  </a:moveTo>
                  <a:cubicBezTo>
                    <a:pt x="29475" y="0"/>
                    <a:pt x="29457" y="5"/>
                    <a:pt x="29437" y="15"/>
                  </a:cubicBezTo>
                  <a:cubicBezTo>
                    <a:pt x="24081" y="3612"/>
                    <a:pt x="20963" y="9154"/>
                    <a:pt x="17286" y="14297"/>
                  </a:cubicBezTo>
                  <a:cubicBezTo>
                    <a:pt x="15208" y="17228"/>
                    <a:pt x="12890" y="19946"/>
                    <a:pt x="10012" y="22131"/>
                  </a:cubicBezTo>
                  <a:cubicBezTo>
                    <a:pt x="7001" y="24422"/>
                    <a:pt x="3643" y="25781"/>
                    <a:pt x="100" y="27087"/>
                  </a:cubicBezTo>
                  <a:cubicBezTo>
                    <a:pt x="0" y="27112"/>
                    <a:pt x="40" y="27276"/>
                    <a:pt x="132" y="27276"/>
                  </a:cubicBezTo>
                  <a:cubicBezTo>
                    <a:pt x="139" y="27276"/>
                    <a:pt x="146" y="27275"/>
                    <a:pt x="153" y="27273"/>
                  </a:cubicBezTo>
                  <a:cubicBezTo>
                    <a:pt x="6841" y="26074"/>
                    <a:pt x="12650" y="21438"/>
                    <a:pt x="16673" y="16162"/>
                  </a:cubicBezTo>
                  <a:cubicBezTo>
                    <a:pt x="20803" y="10753"/>
                    <a:pt x="23974" y="4305"/>
                    <a:pt x="29543" y="121"/>
                  </a:cubicBezTo>
                  <a:cubicBezTo>
                    <a:pt x="29586" y="78"/>
                    <a:pt x="29560" y="0"/>
                    <a:pt x="29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7"/>
            <p:cNvSpPr/>
            <p:nvPr/>
          </p:nvSpPr>
          <p:spPr>
            <a:xfrm>
              <a:off x="1545975" y="3163875"/>
              <a:ext cx="73075" cy="15100"/>
            </a:xfrm>
            <a:custGeom>
              <a:rect b="b" l="l" r="r" t="t"/>
              <a:pathLst>
                <a:path extrusionOk="0" h="604" w="2923">
                  <a:moveTo>
                    <a:pt x="2610" y="0"/>
                  </a:moveTo>
                  <a:cubicBezTo>
                    <a:pt x="2244" y="0"/>
                    <a:pt x="1877" y="78"/>
                    <a:pt x="1511" y="121"/>
                  </a:cubicBezTo>
                  <a:cubicBezTo>
                    <a:pt x="1058" y="201"/>
                    <a:pt x="605" y="255"/>
                    <a:pt x="152" y="361"/>
                  </a:cubicBezTo>
                  <a:cubicBezTo>
                    <a:pt x="0" y="387"/>
                    <a:pt x="64" y="603"/>
                    <a:pt x="184" y="603"/>
                  </a:cubicBezTo>
                  <a:cubicBezTo>
                    <a:pt x="191" y="603"/>
                    <a:pt x="198" y="602"/>
                    <a:pt x="205" y="601"/>
                  </a:cubicBezTo>
                  <a:cubicBezTo>
                    <a:pt x="685" y="574"/>
                    <a:pt x="1164" y="468"/>
                    <a:pt x="1644" y="388"/>
                  </a:cubicBezTo>
                  <a:cubicBezTo>
                    <a:pt x="2044" y="308"/>
                    <a:pt x="2496" y="255"/>
                    <a:pt x="2870" y="95"/>
                  </a:cubicBezTo>
                  <a:cubicBezTo>
                    <a:pt x="2923" y="95"/>
                    <a:pt x="2923" y="15"/>
                    <a:pt x="2870" y="15"/>
                  </a:cubicBezTo>
                  <a:cubicBezTo>
                    <a:pt x="2783" y="5"/>
                    <a:pt x="2697" y="0"/>
                    <a:pt x="2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7"/>
            <p:cNvSpPr/>
            <p:nvPr/>
          </p:nvSpPr>
          <p:spPr>
            <a:xfrm>
              <a:off x="1696300" y="2357325"/>
              <a:ext cx="1172675" cy="877550"/>
            </a:xfrm>
            <a:custGeom>
              <a:rect b="b" l="l" r="r" t="t"/>
              <a:pathLst>
                <a:path extrusionOk="0" h="35102" w="46907">
                  <a:moveTo>
                    <a:pt x="46737" y="1"/>
                  </a:moveTo>
                  <a:cubicBezTo>
                    <a:pt x="46697" y="1"/>
                    <a:pt x="46657" y="19"/>
                    <a:pt x="46631" y="62"/>
                  </a:cubicBezTo>
                  <a:cubicBezTo>
                    <a:pt x="36399" y="17195"/>
                    <a:pt x="21211" y="33529"/>
                    <a:pt x="54" y="35021"/>
                  </a:cubicBezTo>
                  <a:cubicBezTo>
                    <a:pt x="1" y="35021"/>
                    <a:pt x="1" y="35101"/>
                    <a:pt x="54" y="35101"/>
                  </a:cubicBezTo>
                  <a:cubicBezTo>
                    <a:pt x="21237" y="33982"/>
                    <a:pt x="37198" y="17782"/>
                    <a:pt x="46871" y="169"/>
                  </a:cubicBezTo>
                  <a:cubicBezTo>
                    <a:pt x="46907" y="79"/>
                    <a:pt x="46821" y="1"/>
                    <a:pt x="467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2488325" y="2458750"/>
              <a:ext cx="558050" cy="620125"/>
            </a:xfrm>
            <a:custGeom>
              <a:rect b="b" l="l" r="r" t="t"/>
              <a:pathLst>
                <a:path extrusionOk="0" h="24805" w="22322">
                  <a:moveTo>
                    <a:pt x="22266" y="1"/>
                  </a:moveTo>
                  <a:cubicBezTo>
                    <a:pt x="22250" y="1"/>
                    <a:pt x="22234" y="10"/>
                    <a:pt x="22224" y="29"/>
                  </a:cubicBezTo>
                  <a:cubicBezTo>
                    <a:pt x="19640" y="5091"/>
                    <a:pt x="16922" y="9834"/>
                    <a:pt x="13111" y="14098"/>
                  </a:cubicBezTo>
                  <a:cubicBezTo>
                    <a:pt x="9328" y="18308"/>
                    <a:pt x="4904" y="21665"/>
                    <a:pt x="82" y="24623"/>
                  </a:cubicBezTo>
                  <a:lnTo>
                    <a:pt x="108" y="24623"/>
                  </a:lnTo>
                  <a:cubicBezTo>
                    <a:pt x="0" y="24687"/>
                    <a:pt x="67" y="24804"/>
                    <a:pt x="153" y="24804"/>
                  </a:cubicBezTo>
                  <a:cubicBezTo>
                    <a:pt x="173" y="24804"/>
                    <a:pt x="194" y="24798"/>
                    <a:pt x="215" y="24783"/>
                  </a:cubicBezTo>
                  <a:cubicBezTo>
                    <a:pt x="9834" y="19800"/>
                    <a:pt x="18654" y="10367"/>
                    <a:pt x="22304" y="82"/>
                  </a:cubicBezTo>
                  <a:cubicBezTo>
                    <a:pt x="22321" y="30"/>
                    <a:pt x="22294" y="1"/>
                    <a:pt x="22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1845925" y="2844575"/>
              <a:ext cx="377775" cy="289950"/>
            </a:xfrm>
            <a:custGeom>
              <a:rect b="b" l="l" r="r" t="t"/>
              <a:pathLst>
                <a:path extrusionOk="0" h="11598" w="15111">
                  <a:moveTo>
                    <a:pt x="15069" y="1"/>
                  </a:moveTo>
                  <a:cubicBezTo>
                    <a:pt x="15058" y="1"/>
                    <a:pt x="15048" y="7"/>
                    <a:pt x="15039" y="24"/>
                  </a:cubicBezTo>
                  <a:cubicBezTo>
                    <a:pt x="12961" y="2448"/>
                    <a:pt x="10856" y="4740"/>
                    <a:pt x="8325" y="6685"/>
                  </a:cubicBezTo>
                  <a:cubicBezTo>
                    <a:pt x="5767" y="8657"/>
                    <a:pt x="2995" y="10016"/>
                    <a:pt x="118" y="11401"/>
                  </a:cubicBezTo>
                  <a:cubicBezTo>
                    <a:pt x="1" y="11448"/>
                    <a:pt x="27" y="11597"/>
                    <a:pt x="126" y="11597"/>
                  </a:cubicBezTo>
                  <a:cubicBezTo>
                    <a:pt x="139" y="11597"/>
                    <a:pt x="155" y="11594"/>
                    <a:pt x="171" y="11588"/>
                  </a:cubicBezTo>
                  <a:cubicBezTo>
                    <a:pt x="6006" y="9696"/>
                    <a:pt x="11735" y="5166"/>
                    <a:pt x="15093" y="50"/>
                  </a:cubicBezTo>
                  <a:cubicBezTo>
                    <a:pt x="15111" y="32"/>
                    <a:pt x="15091" y="1"/>
                    <a:pt x="15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17"/>
            <p:cNvSpPr/>
            <p:nvPr/>
          </p:nvSpPr>
          <p:spPr>
            <a:xfrm>
              <a:off x="2303025" y="2475175"/>
              <a:ext cx="373200" cy="421350"/>
            </a:xfrm>
            <a:custGeom>
              <a:rect b="b" l="l" r="r" t="t"/>
              <a:pathLst>
                <a:path extrusionOk="0" h="16854" w="14928">
                  <a:moveTo>
                    <a:pt x="14873" y="1"/>
                  </a:moveTo>
                  <a:cubicBezTo>
                    <a:pt x="14864" y="1"/>
                    <a:pt x="14855" y="4"/>
                    <a:pt x="14848" y="11"/>
                  </a:cubicBezTo>
                  <a:cubicBezTo>
                    <a:pt x="10611" y="6166"/>
                    <a:pt x="5628" y="11602"/>
                    <a:pt x="86" y="16638"/>
                  </a:cubicBezTo>
                  <a:cubicBezTo>
                    <a:pt x="0" y="16703"/>
                    <a:pt x="105" y="16854"/>
                    <a:pt x="205" y="16854"/>
                  </a:cubicBezTo>
                  <a:cubicBezTo>
                    <a:pt x="228" y="16854"/>
                    <a:pt x="252" y="16845"/>
                    <a:pt x="273" y="16825"/>
                  </a:cubicBezTo>
                  <a:cubicBezTo>
                    <a:pt x="6028" y="12108"/>
                    <a:pt x="10931" y="6326"/>
                    <a:pt x="14928" y="64"/>
                  </a:cubicBezTo>
                  <a:cubicBezTo>
                    <a:pt x="14928" y="25"/>
                    <a:pt x="14899" y="1"/>
                    <a:pt x="148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7"/>
            <p:cNvSpPr/>
            <p:nvPr/>
          </p:nvSpPr>
          <p:spPr>
            <a:xfrm>
              <a:off x="1128075" y="2353950"/>
              <a:ext cx="40000" cy="31425"/>
            </a:xfrm>
            <a:custGeom>
              <a:rect b="b" l="l" r="r" t="t"/>
              <a:pathLst>
                <a:path extrusionOk="0" h="1257" w="1600">
                  <a:moveTo>
                    <a:pt x="481" y="0"/>
                  </a:moveTo>
                  <a:cubicBezTo>
                    <a:pt x="415" y="0"/>
                    <a:pt x="367" y="25"/>
                    <a:pt x="347" y="64"/>
                  </a:cubicBezTo>
                  <a:cubicBezTo>
                    <a:pt x="107" y="197"/>
                    <a:pt x="1" y="490"/>
                    <a:pt x="161" y="703"/>
                  </a:cubicBezTo>
                  <a:cubicBezTo>
                    <a:pt x="321" y="943"/>
                    <a:pt x="534" y="1130"/>
                    <a:pt x="800" y="1210"/>
                  </a:cubicBezTo>
                  <a:cubicBezTo>
                    <a:pt x="885" y="1238"/>
                    <a:pt x="980" y="1256"/>
                    <a:pt x="1073" y="1256"/>
                  </a:cubicBezTo>
                  <a:cubicBezTo>
                    <a:pt x="1243" y="1256"/>
                    <a:pt x="1407" y="1195"/>
                    <a:pt x="1493" y="1023"/>
                  </a:cubicBezTo>
                  <a:cubicBezTo>
                    <a:pt x="1600" y="837"/>
                    <a:pt x="1546" y="677"/>
                    <a:pt x="1440" y="544"/>
                  </a:cubicBezTo>
                  <a:cubicBezTo>
                    <a:pt x="1364" y="217"/>
                    <a:pt x="980" y="8"/>
                    <a:pt x="624" y="8"/>
                  </a:cubicBezTo>
                  <a:cubicBezTo>
                    <a:pt x="603" y="8"/>
                    <a:pt x="581" y="9"/>
                    <a:pt x="560" y="11"/>
                  </a:cubicBezTo>
                  <a:cubicBezTo>
                    <a:pt x="532" y="3"/>
                    <a:pt x="505" y="0"/>
                    <a:pt x="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7"/>
            <p:cNvSpPr/>
            <p:nvPr/>
          </p:nvSpPr>
          <p:spPr>
            <a:xfrm>
              <a:off x="1044150" y="2345925"/>
              <a:ext cx="61975" cy="50350"/>
            </a:xfrm>
            <a:custGeom>
              <a:rect b="b" l="l" r="r" t="t"/>
              <a:pathLst>
                <a:path extrusionOk="0" h="2014" w="2479">
                  <a:moveTo>
                    <a:pt x="671" y="1"/>
                  </a:moveTo>
                  <a:cubicBezTo>
                    <a:pt x="461" y="1"/>
                    <a:pt x="270" y="82"/>
                    <a:pt x="134" y="278"/>
                  </a:cubicBezTo>
                  <a:cubicBezTo>
                    <a:pt x="27" y="438"/>
                    <a:pt x="0" y="598"/>
                    <a:pt x="27" y="758"/>
                  </a:cubicBezTo>
                  <a:cubicBezTo>
                    <a:pt x="27" y="838"/>
                    <a:pt x="27" y="891"/>
                    <a:pt x="54" y="971"/>
                  </a:cubicBezTo>
                  <a:cubicBezTo>
                    <a:pt x="214" y="1397"/>
                    <a:pt x="587" y="1770"/>
                    <a:pt x="1013" y="1930"/>
                  </a:cubicBezTo>
                  <a:cubicBezTo>
                    <a:pt x="1127" y="1987"/>
                    <a:pt x="1257" y="2014"/>
                    <a:pt x="1385" y="2014"/>
                  </a:cubicBezTo>
                  <a:cubicBezTo>
                    <a:pt x="1496" y="2014"/>
                    <a:pt x="1607" y="1994"/>
                    <a:pt x="1706" y="1957"/>
                  </a:cubicBezTo>
                  <a:cubicBezTo>
                    <a:pt x="2185" y="1957"/>
                    <a:pt x="2479" y="1531"/>
                    <a:pt x="2212" y="1104"/>
                  </a:cubicBezTo>
                  <a:cubicBezTo>
                    <a:pt x="2132" y="998"/>
                    <a:pt x="2026" y="891"/>
                    <a:pt x="1919" y="785"/>
                  </a:cubicBezTo>
                  <a:cubicBezTo>
                    <a:pt x="1647" y="368"/>
                    <a:pt x="1117" y="1"/>
                    <a:pt x="6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1206700" y="2357225"/>
              <a:ext cx="146075" cy="71250"/>
            </a:xfrm>
            <a:custGeom>
              <a:rect b="b" l="l" r="r" t="t"/>
              <a:pathLst>
                <a:path extrusionOk="0" h="2850" w="5843">
                  <a:moveTo>
                    <a:pt x="1334" y="0"/>
                  </a:moveTo>
                  <a:cubicBezTo>
                    <a:pt x="971" y="0"/>
                    <a:pt x="675" y="129"/>
                    <a:pt x="506" y="466"/>
                  </a:cubicBezTo>
                  <a:cubicBezTo>
                    <a:pt x="0" y="1558"/>
                    <a:pt x="1865" y="2544"/>
                    <a:pt x="2665" y="2757"/>
                  </a:cubicBezTo>
                  <a:cubicBezTo>
                    <a:pt x="2850" y="2811"/>
                    <a:pt x="3199" y="2850"/>
                    <a:pt x="3597" y="2850"/>
                  </a:cubicBezTo>
                  <a:cubicBezTo>
                    <a:pt x="4572" y="2850"/>
                    <a:pt x="5842" y="2619"/>
                    <a:pt x="5729" y="1825"/>
                  </a:cubicBezTo>
                  <a:cubicBezTo>
                    <a:pt x="5649" y="1212"/>
                    <a:pt x="4556" y="1052"/>
                    <a:pt x="4104" y="892"/>
                  </a:cubicBezTo>
                  <a:cubicBezTo>
                    <a:pt x="3757" y="759"/>
                    <a:pt x="3411" y="626"/>
                    <a:pt x="3038" y="519"/>
                  </a:cubicBezTo>
                  <a:cubicBezTo>
                    <a:pt x="2452" y="242"/>
                    <a:pt x="1831" y="0"/>
                    <a:pt x="1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971700" y="2253125"/>
              <a:ext cx="31850" cy="25050"/>
            </a:xfrm>
            <a:custGeom>
              <a:rect b="b" l="l" r="r" t="t"/>
              <a:pathLst>
                <a:path extrusionOk="0" h="1002" w="1274">
                  <a:moveTo>
                    <a:pt x="607" y="0"/>
                  </a:moveTo>
                  <a:cubicBezTo>
                    <a:pt x="580" y="0"/>
                    <a:pt x="554" y="7"/>
                    <a:pt x="527" y="20"/>
                  </a:cubicBezTo>
                  <a:cubicBezTo>
                    <a:pt x="515" y="19"/>
                    <a:pt x="504" y="19"/>
                    <a:pt x="492" y="19"/>
                  </a:cubicBezTo>
                  <a:cubicBezTo>
                    <a:pt x="192" y="19"/>
                    <a:pt x="1" y="350"/>
                    <a:pt x="181" y="606"/>
                  </a:cubicBezTo>
                  <a:cubicBezTo>
                    <a:pt x="294" y="777"/>
                    <a:pt x="516" y="1002"/>
                    <a:pt x="740" y="1002"/>
                  </a:cubicBezTo>
                  <a:cubicBezTo>
                    <a:pt x="831" y="1002"/>
                    <a:pt x="922" y="965"/>
                    <a:pt x="1007" y="873"/>
                  </a:cubicBezTo>
                  <a:cubicBezTo>
                    <a:pt x="1273" y="580"/>
                    <a:pt x="980" y="153"/>
                    <a:pt x="687" y="20"/>
                  </a:cubicBezTo>
                  <a:cubicBezTo>
                    <a:pt x="660" y="7"/>
                    <a:pt x="634" y="0"/>
                    <a:pt x="6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1005525" y="2228075"/>
              <a:ext cx="99275" cy="80725"/>
            </a:xfrm>
            <a:custGeom>
              <a:rect b="b" l="l" r="r" t="t"/>
              <a:pathLst>
                <a:path extrusionOk="0" h="3229" w="3971">
                  <a:moveTo>
                    <a:pt x="1164" y="1"/>
                  </a:moveTo>
                  <a:cubicBezTo>
                    <a:pt x="829" y="1"/>
                    <a:pt x="530" y="148"/>
                    <a:pt x="346" y="516"/>
                  </a:cubicBezTo>
                  <a:cubicBezTo>
                    <a:pt x="0" y="1209"/>
                    <a:pt x="453" y="2035"/>
                    <a:pt x="933" y="2514"/>
                  </a:cubicBezTo>
                  <a:cubicBezTo>
                    <a:pt x="1369" y="2951"/>
                    <a:pt x="1964" y="3229"/>
                    <a:pt x="2581" y="3229"/>
                  </a:cubicBezTo>
                  <a:cubicBezTo>
                    <a:pt x="2680" y="3229"/>
                    <a:pt x="2779" y="3222"/>
                    <a:pt x="2878" y="3207"/>
                  </a:cubicBezTo>
                  <a:cubicBezTo>
                    <a:pt x="3224" y="3154"/>
                    <a:pt x="3677" y="2994"/>
                    <a:pt x="3837" y="2674"/>
                  </a:cubicBezTo>
                  <a:cubicBezTo>
                    <a:pt x="3970" y="2381"/>
                    <a:pt x="3810" y="2061"/>
                    <a:pt x="3704" y="1795"/>
                  </a:cubicBezTo>
                  <a:cubicBezTo>
                    <a:pt x="3384" y="1209"/>
                    <a:pt x="2851" y="782"/>
                    <a:pt x="2318" y="409"/>
                  </a:cubicBezTo>
                  <a:cubicBezTo>
                    <a:pt x="2292" y="409"/>
                    <a:pt x="2265" y="383"/>
                    <a:pt x="2238" y="383"/>
                  </a:cubicBezTo>
                  <a:cubicBezTo>
                    <a:pt x="2132" y="303"/>
                    <a:pt x="2025" y="249"/>
                    <a:pt x="1919" y="169"/>
                  </a:cubicBezTo>
                  <a:cubicBezTo>
                    <a:pt x="1865" y="143"/>
                    <a:pt x="1839" y="143"/>
                    <a:pt x="1785" y="143"/>
                  </a:cubicBezTo>
                  <a:cubicBezTo>
                    <a:pt x="1576" y="53"/>
                    <a:pt x="1364" y="1"/>
                    <a:pt x="1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1309950" y="2449125"/>
              <a:ext cx="90600" cy="50650"/>
            </a:xfrm>
            <a:custGeom>
              <a:rect b="b" l="l" r="r" t="t"/>
              <a:pathLst>
                <a:path extrusionOk="0" h="2026" w="3624">
                  <a:moveTo>
                    <a:pt x="1657" y="1"/>
                  </a:moveTo>
                  <a:cubicBezTo>
                    <a:pt x="1289" y="1"/>
                    <a:pt x="939" y="49"/>
                    <a:pt x="693" y="121"/>
                  </a:cubicBezTo>
                  <a:cubicBezTo>
                    <a:pt x="267" y="254"/>
                    <a:pt x="0" y="627"/>
                    <a:pt x="53" y="1106"/>
                  </a:cubicBezTo>
                  <a:cubicBezTo>
                    <a:pt x="133" y="1613"/>
                    <a:pt x="586" y="1906"/>
                    <a:pt x="1039" y="1986"/>
                  </a:cubicBezTo>
                  <a:cubicBezTo>
                    <a:pt x="1187" y="2009"/>
                    <a:pt x="1389" y="2025"/>
                    <a:pt x="1615" y="2025"/>
                  </a:cubicBezTo>
                  <a:cubicBezTo>
                    <a:pt x="2406" y="2025"/>
                    <a:pt x="3488" y="1832"/>
                    <a:pt x="3571" y="1106"/>
                  </a:cubicBezTo>
                  <a:cubicBezTo>
                    <a:pt x="3624" y="813"/>
                    <a:pt x="3464" y="600"/>
                    <a:pt x="3224" y="467"/>
                  </a:cubicBezTo>
                  <a:cubicBezTo>
                    <a:pt x="2880" y="123"/>
                    <a:pt x="2244" y="1"/>
                    <a:pt x="1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1368550" y="2419825"/>
              <a:ext cx="38000" cy="22325"/>
            </a:xfrm>
            <a:custGeom>
              <a:rect b="b" l="l" r="r" t="t"/>
              <a:pathLst>
                <a:path extrusionOk="0" h="893" w="1520">
                  <a:moveTo>
                    <a:pt x="609" y="1"/>
                  </a:moveTo>
                  <a:cubicBezTo>
                    <a:pt x="446" y="1"/>
                    <a:pt x="296" y="38"/>
                    <a:pt x="161" y="173"/>
                  </a:cubicBezTo>
                  <a:cubicBezTo>
                    <a:pt x="1" y="333"/>
                    <a:pt x="108" y="546"/>
                    <a:pt x="267" y="653"/>
                  </a:cubicBezTo>
                  <a:cubicBezTo>
                    <a:pt x="294" y="760"/>
                    <a:pt x="401" y="840"/>
                    <a:pt x="507" y="866"/>
                  </a:cubicBezTo>
                  <a:cubicBezTo>
                    <a:pt x="614" y="880"/>
                    <a:pt x="727" y="893"/>
                    <a:pt x="840" y="893"/>
                  </a:cubicBezTo>
                  <a:cubicBezTo>
                    <a:pt x="954" y="893"/>
                    <a:pt x="1067" y="880"/>
                    <a:pt x="1173" y="840"/>
                  </a:cubicBezTo>
                  <a:cubicBezTo>
                    <a:pt x="1413" y="760"/>
                    <a:pt x="1520" y="467"/>
                    <a:pt x="1360" y="227"/>
                  </a:cubicBezTo>
                  <a:cubicBezTo>
                    <a:pt x="1253" y="40"/>
                    <a:pt x="1014" y="14"/>
                    <a:pt x="800" y="14"/>
                  </a:cubicBezTo>
                  <a:cubicBezTo>
                    <a:pt x="735" y="6"/>
                    <a:pt x="671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7"/>
            <p:cNvSpPr/>
            <p:nvPr/>
          </p:nvSpPr>
          <p:spPr>
            <a:xfrm>
              <a:off x="1440500" y="2384475"/>
              <a:ext cx="83475" cy="48450"/>
            </a:xfrm>
            <a:custGeom>
              <a:rect b="b" l="l" r="r" t="t"/>
              <a:pathLst>
                <a:path extrusionOk="0" h="1938" w="3339">
                  <a:moveTo>
                    <a:pt x="2446" y="1"/>
                  </a:moveTo>
                  <a:cubicBezTo>
                    <a:pt x="2162" y="1"/>
                    <a:pt x="1847" y="60"/>
                    <a:pt x="1573" y="149"/>
                  </a:cubicBezTo>
                  <a:cubicBezTo>
                    <a:pt x="1093" y="149"/>
                    <a:pt x="534" y="228"/>
                    <a:pt x="294" y="575"/>
                  </a:cubicBezTo>
                  <a:cubicBezTo>
                    <a:pt x="1" y="1055"/>
                    <a:pt x="400" y="1454"/>
                    <a:pt x="800" y="1641"/>
                  </a:cubicBezTo>
                  <a:cubicBezTo>
                    <a:pt x="1106" y="1811"/>
                    <a:pt x="1445" y="1938"/>
                    <a:pt x="1782" y="1938"/>
                  </a:cubicBezTo>
                  <a:cubicBezTo>
                    <a:pt x="1973" y="1938"/>
                    <a:pt x="2163" y="1897"/>
                    <a:pt x="2346" y="1801"/>
                  </a:cubicBezTo>
                  <a:cubicBezTo>
                    <a:pt x="2745" y="1587"/>
                    <a:pt x="3278" y="1161"/>
                    <a:pt x="3305" y="681"/>
                  </a:cubicBezTo>
                  <a:cubicBezTo>
                    <a:pt x="3339" y="176"/>
                    <a:pt x="2936" y="1"/>
                    <a:pt x="2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7"/>
            <p:cNvSpPr/>
            <p:nvPr/>
          </p:nvSpPr>
          <p:spPr>
            <a:xfrm>
              <a:off x="411300" y="3143725"/>
              <a:ext cx="1545500" cy="630625"/>
            </a:xfrm>
            <a:custGeom>
              <a:rect b="b" l="l" r="r" t="t"/>
              <a:pathLst>
                <a:path extrusionOk="0" h="25225" w="61820">
                  <a:moveTo>
                    <a:pt x="60021" y="1"/>
                  </a:moveTo>
                  <a:cubicBezTo>
                    <a:pt x="59760" y="1"/>
                    <a:pt x="59499" y="72"/>
                    <a:pt x="59261" y="235"/>
                  </a:cubicBezTo>
                  <a:cubicBezTo>
                    <a:pt x="58329" y="874"/>
                    <a:pt x="57609" y="3565"/>
                    <a:pt x="56010" y="5031"/>
                  </a:cubicBezTo>
                  <a:lnTo>
                    <a:pt x="56010" y="5004"/>
                  </a:lnTo>
                  <a:cubicBezTo>
                    <a:pt x="53026" y="7749"/>
                    <a:pt x="23929" y="6736"/>
                    <a:pt x="15882" y="10706"/>
                  </a:cubicBezTo>
                  <a:cubicBezTo>
                    <a:pt x="12285" y="12492"/>
                    <a:pt x="1" y="23736"/>
                    <a:pt x="2506" y="25015"/>
                  </a:cubicBezTo>
                  <a:cubicBezTo>
                    <a:pt x="2784" y="25158"/>
                    <a:pt x="3528" y="25224"/>
                    <a:pt x="4641" y="25224"/>
                  </a:cubicBezTo>
                  <a:cubicBezTo>
                    <a:pt x="13525" y="25224"/>
                    <a:pt x="45895" y="20964"/>
                    <a:pt x="52147" y="16915"/>
                  </a:cubicBezTo>
                  <a:cubicBezTo>
                    <a:pt x="59155" y="12332"/>
                    <a:pt x="61819" y="2286"/>
                    <a:pt x="61659" y="1327"/>
                  </a:cubicBezTo>
                  <a:cubicBezTo>
                    <a:pt x="61540" y="612"/>
                    <a:pt x="60784" y="1"/>
                    <a:pt x="60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57175" lIns="57175" spcFirstLastPara="1" rIns="57175" wrap="square" tIns="57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 txBox="1"/>
          <p:nvPr>
            <p:ph type="title"/>
          </p:nvPr>
        </p:nvSpPr>
        <p:spPr>
          <a:xfrm>
            <a:off x="731475" y="64800"/>
            <a:ext cx="385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Rumusan Masalah</a:t>
            </a:r>
            <a:endParaRPr/>
          </a:p>
        </p:txBody>
      </p:sp>
      <p:sp>
        <p:nvSpPr>
          <p:cNvPr id="292" name="Google Shape;292;p18"/>
          <p:cNvSpPr txBox="1"/>
          <p:nvPr>
            <p:ph idx="1" type="subTitle"/>
          </p:nvPr>
        </p:nvSpPr>
        <p:spPr>
          <a:xfrm>
            <a:off x="731475" y="663325"/>
            <a:ext cx="6027900" cy="66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“Bagaimana cara mengukur panjang serta menghitung berat ikan menggunakan metode Harris-Corner Detection?” </a:t>
            </a:r>
            <a:endParaRPr/>
          </a:p>
        </p:txBody>
      </p:sp>
      <p:grpSp>
        <p:nvGrpSpPr>
          <p:cNvPr id="293" name="Google Shape;293;p18"/>
          <p:cNvGrpSpPr/>
          <p:nvPr/>
        </p:nvGrpSpPr>
        <p:grpSpPr>
          <a:xfrm flipH="1">
            <a:off x="6793889" y="1965178"/>
            <a:ext cx="2229962" cy="1651918"/>
            <a:chOff x="134200" y="943300"/>
            <a:chExt cx="3821700" cy="2831050"/>
          </a:xfrm>
        </p:grpSpPr>
        <p:sp>
          <p:nvSpPr>
            <p:cNvPr id="294" name="Google Shape;294;p18"/>
            <p:cNvSpPr/>
            <p:nvPr/>
          </p:nvSpPr>
          <p:spPr>
            <a:xfrm>
              <a:off x="2316875" y="2356850"/>
              <a:ext cx="1639025" cy="530600"/>
            </a:xfrm>
            <a:custGeom>
              <a:rect b="b" l="l" r="r" t="t"/>
              <a:pathLst>
                <a:path extrusionOk="0" h="21224" w="65561">
                  <a:moveTo>
                    <a:pt x="45468" y="0"/>
                  </a:moveTo>
                  <a:cubicBezTo>
                    <a:pt x="36760" y="0"/>
                    <a:pt x="12931" y="12148"/>
                    <a:pt x="7527" y="12148"/>
                  </a:cubicBezTo>
                  <a:cubicBezTo>
                    <a:pt x="7284" y="12148"/>
                    <a:pt x="7078" y="12123"/>
                    <a:pt x="6913" y="12072"/>
                  </a:cubicBezTo>
                  <a:cubicBezTo>
                    <a:pt x="4861" y="11459"/>
                    <a:pt x="3049" y="9354"/>
                    <a:pt x="1930" y="9141"/>
                  </a:cubicBezTo>
                  <a:cubicBezTo>
                    <a:pt x="1858" y="9128"/>
                    <a:pt x="1786" y="9122"/>
                    <a:pt x="1716" y="9122"/>
                  </a:cubicBezTo>
                  <a:cubicBezTo>
                    <a:pt x="729" y="9122"/>
                    <a:pt x="1" y="10295"/>
                    <a:pt x="225" y="11166"/>
                  </a:cubicBezTo>
                  <a:cubicBezTo>
                    <a:pt x="491" y="12098"/>
                    <a:pt x="7206" y="20039"/>
                    <a:pt x="15520" y="21158"/>
                  </a:cubicBezTo>
                  <a:cubicBezTo>
                    <a:pt x="15857" y="21202"/>
                    <a:pt x="16244" y="21224"/>
                    <a:pt x="16675" y="21224"/>
                  </a:cubicBezTo>
                  <a:cubicBezTo>
                    <a:pt x="26880" y="21224"/>
                    <a:pt x="62192" y="9291"/>
                    <a:pt x="63828" y="7169"/>
                  </a:cubicBezTo>
                  <a:cubicBezTo>
                    <a:pt x="65560" y="4931"/>
                    <a:pt x="49626" y="54"/>
                    <a:pt x="45603" y="1"/>
                  </a:cubicBezTo>
                  <a:cubicBezTo>
                    <a:pt x="45558" y="1"/>
                    <a:pt x="45513" y="0"/>
                    <a:pt x="454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134200" y="943300"/>
              <a:ext cx="3178875" cy="2361800"/>
            </a:xfrm>
            <a:custGeom>
              <a:rect b="b" l="l" r="r" t="t"/>
              <a:pathLst>
                <a:path extrusionOk="0" h="94472" w="127155">
                  <a:moveTo>
                    <a:pt x="4557" y="1"/>
                  </a:moveTo>
                  <a:lnTo>
                    <a:pt x="4557" y="1"/>
                  </a:lnTo>
                  <a:cubicBezTo>
                    <a:pt x="4557" y="1"/>
                    <a:pt x="0" y="23263"/>
                    <a:pt x="21610" y="29338"/>
                  </a:cubicBezTo>
                  <a:cubicBezTo>
                    <a:pt x="21610" y="29338"/>
                    <a:pt x="17134" y="72211"/>
                    <a:pt x="42900" y="87426"/>
                  </a:cubicBezTo>
                  <a:cubicBezTo>
                    <a:pt x="43699" y="87879"/>
                    <a:pt x="44499" y="88332"/>
                    <a:pt x="45325" y="88731"/>
                  </a:cubicBezTo>
                  <a:cubicBezTo>
                    <a:pt x="52962" y="92630"/>
                    <a:pt x="61898" y="94472"/>
                    <a:pt x="70867" y="94472"/>
                  </a:cubicBezTo>
                  <a:cubicBezTo>
                    <a:pt x="87339" y="94472"/>
                    <a:pt x="103925" y="88260"/>
                    <a:pt x="112792" y="77167"/>
                  </a:cubicBezTo>
                  <a:cubicBezTo>
                    <a:pt x="125209" y="61659"/>
                    <a:pt x="124090" y="53239"/>
                    <a:pt x="123291" y="52600"/>
                  </a:cubicBezTo>
                  <a:cubicBezTo>
                    <a:pt x="123291" y="52600"/>
                    <a:pt x="123264" y="52573"/>
                    <a:pt x="123264" y="52573"/>
                  </a:cubicBezTo>
                  <a:cubicBezTo>
                    <a:pt x="127154" y="52307"/>
                    <a:pt x="115910" y="43540"/>
                    <a:pt x="103146" y="43274"/>
                  </a:cubicBezTo>
                  <a:cubicBezTo>
                    <a:pt x="102938" y="43270"/>
                    <a:pt x="102730" y="43268"/>
                    <a:pt x="102521" y="43268"/>
                  </a:cubicBezTo>
                  <a:cubicBezTo>
                    <a:pt x="88442" y="43268"/>
                    <a:pt x="72416" y="52020"/>
                    <a:pt x="55743" y="56064"/>
                  </a:cubicBezTo>
                  <a:cubicBezTo>
                    <a:pt x="54248" y="56428"/>
                    <a:pt x="52810" y="56599"/>
                    <a:pt x="51429" y="56599"/>
                  </a:cubicBezTo>
                  <a:cubicBezTo>
                    <a:pt x="37973" y="56599"/>
                    <a:pt x="29984" y="40369"/>
                    <a:pt x="27978" y="28938"/>
                  </a:cubicBezTo>
                  <a:cubicBezTo>
                    <a:pt x="27978" y="28938"/>
                    <a:pt x="46577" y="27313"/>
                    <a:pt x="48549" y="6423"/>
                  </a:cubicBezTo>
                  <a:lnTo>
                    <a:pt x="48549" y="6423"/>
                  </a:lnTo>
                  <a:cubicBezTo>
                    <a:pt x="48549" y="6423"/>
                    <a:pt x="44792" y="10766"/>
                    <a:pt x="40129" y="12258"/>
                  </a:cubicBezTo>
                  <a:cubicBezTo>
                    <a:pt x="35439" y="13750"/>
                    <a:pt x="27072" y="14496"/>
                    <a:pt x="24781" y="22916"/>
                  </a:cubicBezTo>
                  <a:cubicBezTo>
                    <a:pt x="24781" y="22916"/>
                    <a:pt x="21317" y="12498"/>
                    <a:pt x="10978" y="8394"/>
                  </a:cubicBezTo>
                  <a:cubicBezTo>
                    <a:pt x="6635" y="6662"/>
                    <a:pt x="4557" y="1"/>
                    <a:pt x="45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1867500" y="2358725"/>
              <a:ext cx="97950" cy="94225"/>
            </a:xfrm>
            <a:custGeom>
              <a:rect b="b" l="l" r="r" t="t"/>
              <a:pathLst>
                <a:path extrusionOk="0" h="3769" w="3918">
                  <a:moveTo>
                    <a:pt x="1956" y="1"/>
                  </a:moveTo>
                  <a:cubicBezTo>
                    <a:pt x="1908" y="1"/>
                    <a:pt x="1861" y="2"/>
                    <a:pt x="1813" y="6"/>
                  </a:cubicBezTo>
                  <a:cubicBezTo>
                    <a:pt x="773" y="86"/>
                    <a:pt x="1" y="992"/>
                    <a:pt x="81" y="2031"/>
                  </a:cubicBezTo>
                  <a:cubicBezTo>
                    <a:pt x="131" y="3021"/>
                    <a:pt x="956" y="3769"/>
                    <a:pt x="1932" y="3769"/>
                  </a:cubicBezTo>
                  <a:cubicBezTo>
                    <a:pt x="1980" y="3769"/>
                    <a:pt x="2030" y="3767"/>
                    <a:pt x="2079" y="3763"/>
                  </a:cubicBezTo>
                  <a:cubicBezTo>
                    <a:pt x="3118" y="3683"/>
                    <a:pt x="3918" y="2804"/>
                    <a:pt x="3838" y="1765"/>
                  </a:cubicBezTo>
                  <a:cubicBezTo>
                    <a:pt x="3761" y="774"/>
                    <a:pt x="2934" y="1"/>
                    <a:pt x="1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1266650" y="2249325"/>
              <a:ext cx="2012450" cy="1057600"/>
            </a:xfrm>
            <a:custGeom>
              <a:rect b="b" l="l" r="r" t="t"/>
              <a:pathLst>
                <a:path extrusionOk="0" h="42304" w="80498">
                  <a:moveTo>
                    <a:pt x="72880" y="0"/>
                  </a:moveTo>
                  <a:cubicBezTo>
                    <a:pt x="66829" y="0"/>
                    <a:pt x="56138" y="1129"/>
                    <a:pt x="42181" y="6727"/>
                  </a:cubicBezTo>
                  <a:cubicBezTo>
                    <a:pt x="33201" y="10324"/>
                    <a:pt x="31016" y="23540"/>
                    <a:pt x="22303" y="30282"/>
                  </a:cubicBezTo>
                  <a:cubicBezTo>
                    <a:pt x="16389" y="34876"/>
                    <a:pt x="8100" y="36575"/>
                    <a:pt x="2207" y="36575"/>
                  </a:cubicBezTo>
                  <a:cubicBezTo>
                    <a:pt x="1436" y="36575"/>
                    <a:pt x="705" y="36546"/>
                    <a:pt x="27" y="36490"/>
                  </a:cubicBezTo>
                  <a:lnTo>
                    <a:pt x="0" y="36490"/>
                  </a:lnTo>
                  <a:cubicBezTo>
                    <a:pt x="7725" y="40434"/>
                    <a:pt x="16793" y="42303"/>
                    <a:pt x="25929" y="42303"/>
                  </a:cubicBezTo>
                  <a:cubicBezTo>
                    <a:pt x="42413" y="42303"/>
                    <a:pt x="59123" y="36218"/>
                    <a:pt x="68587" y="25246"/>
                  </a:cubicBezTo>
                  <a:cubicBezTo>
                    <a:pt x="80497" y="11443"/>
                    <a:pt x="78792" y="998"/>
                    <a:pt x="77993" y="359"/>
                  </a:cubicBezTo>
                  <a:cubicBezTo>
                    <a:pt x="77210" y="207"/>
                    <a:pt x="75470" y="0"/>
                    <a:pt x="728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2051775" y="2238925"/>
              <a:ext cx="1162700" cy="198675"/>
            </a:xfrm>
            <a:custGeom>
              <a:rect b="b" l="l" r="r" t="t"/>
              <a:pathLst>
                <a:path extrusionOk="0" h="7947" w="46508">
                  <a:moveTo>
                    <a:pt x="41902" y="0"/>
                  </a:moveTo>
                  <a:cubicBezTo>
                    <a:pt x="41567" y="0"/>
                    <a:pt x="41237" y="2"/>
                    <a:pt x="40912" y="2"/>
                  </a:cubicBezTo>
                  <a:cubicBezTo>
                    <a:pt x="38914" y="2"/>
                    <a:pt x="36915" y="82"/>
                    <a:pt x="34917" y="242"/>
                  </a:cubicBezTo>
                  <a:cubicBezTo>
                    <a:pt x="31160" y="561"/>
                    <a:pt x="27429" y="1148"/>
                    <a:pt x="23752" y="1974"/>
                  </a:cubicBezTo>
                  <a:cubicBezTo>
                    <a:pt x="19968" y="2826"/>
                    <a:pt x="16318" y="4079"/>
                    <a:pt x="12667" y="5358"/>
                  </a:cubicBezTo>
                  <a:cubicBezTo>
                    <a:pt x="10133" y="6249"/>
                    <a:pt x="7484" y="7014"/>
                    <a:pt x="4841" y="7014"/>
                  </a:cubicBezTo>
                  <a:cubicBezTo>
                    <a:pt x="3454" y="7014"/>
                    <a:pt x="2069" y="6804"/>
                    <a:pt x="703" y="6290"/>
                  </a:cubicBezTo>
                  <a:cubicBezTo>
                    <a:pt x="661" y="6277"/>
                    <a:pt x="619" y="6271"/>
                    <a:pt x="579" y="6271"/>
                  </a:cubicBezTo>
                  <a:cubicBezTo>
                    <a:pt x="220" y="6271"/>
                    <a:pt x="0" y="6762"/>
                    <a:pt x="384" y="6930"/>
                  </a:cubicBezTo>
                  <a:cubicBezTo>
                    <a:pt x="1965" y="7656"/>
                    <a:pt x="3609" y="7946"/>
                    <a:pt x="5267" y="7946"/>
                  </a:cubicBezTo>
                  <a:cubicBezTo>
                    <a:pt x="7018" y="7946"/>
                    <a:pt x="8785" y="7622"/>
                    <a:pt x="10509" y="7143"/>
                  </a:cubicBezTo>
                  <a:cubicBezTo>
                    <a:pt x="14293" y="6077"/>
                    <a:pt x="17890" y="4505"/>
                    <a:pt x="21700" y="3519"/>
                  </a:cubicBezTo>
                  <a:cubicBezTo>
                    <a:pt x="25804" y="2453"/>
                    <a:pt x="29961" y="1707"/>
                    <a:pt x="34171" y="1308"/>
                  </a:cubicBezTo>
                  <a:cubicBezTo>
                    <a:pt x="36169" y="1094"/>
                    <a:pt x="38167" y="988"/>
                    <a:pt x="40166" y="881"/>
                  </a:cubicBezTo>
                  <a:cubicBezTo>
                    <a:pt x="40653" y="862"/>
                    <a:pt x="41145" y="858"/>
                    <a:pt x="41641" y="858"/>
                  </a:cubicBezTo>
                  <a:cubicBezTo>
                    <a:pt x="41997" y="858"/>
                    <a:pt x="42355" y="860"/>
                    <a:pt x="42714" y="860"/>
                  </a:cubicBezTo>
                  <a:cubicBezTo>
                    <a:pt x="43956" y="860"/>
                    <a:pt x="45202" y="836"/>
                    <a:pt x="46401" y="615"/>
                  </a:cubicBezTo>
                  <a:cubicBezTo>
                    <a:pt x="46508" y="588"/>
                    <a:pt x="46508" y="455"/>
                    <a:pt x="46401" y="428"/>
                  </a:cubicBezTo>
                  <a:cubicBezTo>
                    <a:pt x="44984" y="36"/>
                    <a:pt x="43406" y="0"/>
                    <a:pt x="41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2650600" y="2334025"/>
              <a:ext cx="526950" cy="734000"/>
            </a:xfrm>
            <a:custGeom>
              <a:rect b="b" l="l" r="r" t="t"/>
              <a:pathLst>
                <a:path extrusionOk="0" h="29360" w="21078">
                  <a:moveTo>
                    <a:pt x="20960" y="1"/>
                  </a:moveTo>
                  <a:cubicBezTo>
                    <a:pt x="20911" y="1"/>
                    <a:pt x="20861" y="28"/>
                    <a:pt x="20849" y="88"/>
                  </a:cubicBezTo>
                  <a:cubicBezTo>
                    <a:pt x="17652" y="11999"/>
                    <a:pt x="10271" y="22311"/>
                    <a:pt x="66" y="29239"/>
                  </a:cubicBezTo>
                  <a:cubicBezTo>
                    <a:pt x="1" y="29282"/>
                    <a:pt x="41" y="29360"/>
                    <a:pt x="101" y="29360"/>
                  </a:cubicBezTo>
                  <a:cubicBezTo>
                    <a:pt x="115" y="29360"/>
                    <a:pt x="130" y="29355"/>
                    <a:pt x="145" y="29345"/>
                  </a:cubicBezTo>
                  <a:cubicBezTo>
                    <a:pt x="10751" y="23030"/>
                    <a:pt x="18478" y="12212"/>
                    <a:pt x="21062" y="115"/>
                  </a:cubicBezTo>
                  <a:cubicBezTo>
                    <a:pt x="21077" y="42"/>
                    <a:pt x="21019" y="1"/>
                    <a:pt x="209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2182600" y="3094650"/>
              <a:ext cx="422700" cy="136900"/>
            </a:xfrm>
            <a:custGeom>
              <a:rect b="b" l="l" r="r" t="t"/>
              <a:pathLst>
                <a:path extrusionOk="0" h="5476" w="16908">
                  <a:moveTo>
                    <a:pt x="16808" y="0"/>
                  </a:moveTo>
                  <a:cubicBezTo>
                    <a:pt x="16793" y="0"/>
                    <a:pt x="16778" y="4"/>
                    <a:pt x="16760" y="13"/>
                  </a:cubicBezTo>
                  <a:cubicBezTo>
                    <a:pt x="11378" y="2491"/>
                    <a:pt x="6022" y="4329"/>
                    <a:pt x="133" y="5235"/>
                  </a:cubicBezTo>
                  <a:cubicBezTo>
                    <a:pt x="0" y="5262"/>
                    <a:pt x="0" y="5475"/>
                    <a:pt x="160" y="5475"/>
                  </a:cubicBezTo>
                  <a:cubicBezTo>
                    <a:pt x="5916" y="4862"/>
                    <a:pt x="11831" y="3130"/>
                    <a:pt x="16840" y="146"/>
                  </a:cubicBezTo>
                  <a:cubicBezTo>
                    <a:pt x="16907" y="101"/>
                    <a:pt x="16881" y="0"/>
                    <a:pt x="168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1690500" y="2468425"/>
              <a:ext cx="739675" cy="681900"/>
            </a:xfrm>
            <a:custGeom>
              <a:rect b="b" l="l" r="r" t="t"/>
              <a:pathLst>
                <a:path extrusionOk="0" h="27276" w="29587">
                  <a:moveTo>
                    <a:pt x="29491" y="0"/>
                  </a:moveTo>
                  <a:cubicBezTo>
                    <a:pt x="29475" y="0"/>
                    <a:pt x="29457" y="5"/>
                    <a:pt x="29437" y="15"/>
                  </a:cubicBezTo>
                  <a:cubicBezTo>
                    <a:pt x="24081" y="3612"/>
                    <a:pt x="20963" y="9154"/>
                    <a:pt x="17286" y="14297"/>
                  </a:cubicBezTo>
                  <a:cubicBezTo>
                    <a:pt x="15208" y="17228"/>
                    <a:pt x="12890" y="19946"/>
                    <a:pt x="10012" y="22131"/>
                  </a:cubicBezTo>
                  <a:cubicBezTo>
                    <a:pt x="7001" y="24422"/>
                    <a:pt x="3643" y="25781"/>
                    <a:pt x="100" y="27087"/>
                  </a:cubicBezTo>
                  <a:cubicBezTo>
                    <a:pt x="0" y="27112"/>
                    <a:pt x="40" y="27276"/>
                    <a:pt x="132" y="27276"/>
                  </a:cubicBezTo>
                  <a:cubicBezTo>
                    <a:pt x="139" y="27276"/>
                    <a:pt x="146" y="27275"/>
                    <a:pt x="153" y="27273"/>
                  </a:cubicBezTo>
                  <a:cubicBezTo>
                    <a:pt x="6841" y="26074"/>
                    <a:pt x="12650" y="21438"/>
                    <a:pt x="16673" y="16162"/>
                  </a:cubicBezTo>
                  <a:cubicBezTo>
                    <a:pt x="20803" y="10753"/>
                    <a:pt x="23974" y="4305"/>
                    <a:pt x="29543" y="121"/>
                  </a:cubicBezTo>
                  <a:cubicBezTo>
                    <a:pt x="29586" y="78"/>
                    <a:pt x="29560" y="0"/>
                    <a:pt x="294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1545975" y="3163875"/>
              <a:ext cx="73075" cy="15100"/>
            </a:xfrm>
            <a:custGeom>
              <a:rect b="b" l="l" r="r" t="t"/>
              <a:pathLst>
                <a:path extrusionOk="0" h="604" w="2923">
                  <a:moveTo>
                    <a:pt x="2610" y="0"/>
                  </a:moveTo>
                  <a:cubicBezTo>
                    <a:pt x="2244" y="0"/>
                    <a:pt x="1877" y="78"/>
                    <a:pt x="1511" y="121"/>
                  </a:cubicBezTo>
                  <a:cubicBezTo>
                    <a:pt x="1058" y="201"/>
                    <a:pt x="605" y="255"/>
                    <a:pt x="152" y="361"/>
                  </a:cubicBezTo>
                  <a:cubicBezTo>
                    <a:pt x="0" y="387"/>
                    <a:pt x="64" y="603"/>
                    <a:pt x="184" y="603"/>
                  </a:cubicBezTo>
                  <a:cubicBezTo>
                    <a:pt x="191" y="603"/>
                    <a:pt x="198" y="602"/>
                    <a:pt x="205" y="601"/>
                  </a:cubicBezTo>
                  <a:cubicBezTo>
                    <a:pt x="685" y="574"/>
                    <a:pt x="1164" y="468"/>
                    <a:pt x="1644" y="388"/>
                  </a:cubicBezTo>
                  <a:cubicBezTo>
                    <a:pt x="2044" y="308"/>
                    <a:pt x="2496" y="255"/>
                    <a:pt x="2870" y="95"/>
                  </a:cubicBezTo>
                  <a:cubicBezTo>
                    <a:pt x="2923" y="95"/>
                    <a:pt x="2923" y="15"/>
                    <a:pt x="2870" y="15"/>
                  </a:cubicBezTo>
                  <a:cubicBezTo>
                    <a:pt x="2783" y="5"/>
                    <a:pt x="2697" y="0"/>
                    <a:pt x="26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1696300" y="2357325"/>
              <a:ext cx="1172675" cy="877550"/>
            </a:xfrm>
            <a:custGeom>
              <a:rect b="b" l="l" r="r" t="t"/>
              <a:pathLst>
                <a:path extrusionOk="0" h="35102" w="46907">
                  <a:moveTo>
                    <a:pt x="46737" y="1"/>
                  </a:moveTo>
                  <a:cubicBezTo>
                    <a:pt x="46697" y="1"/>
                    <a:pt x="46657" y="19"/>
                    <a:pt x="46631" y="62"/>
                  </a:cubicBezTo>
                  <a:cubicBezTo>
                    <a:pt x="36399" y="17195"/>
                    <a:pt x="21211" y="33529"/>
                    <a:pt x="54" y="35021"/>
                  </a:cubicBezTo>
                  <a:cubicBezTo>
                    <a:pt x="1" y="35021"/>
                    <a:pt x="1" y="35101"/>
                    <a:pt x="54" y="35101"/>
                  </a:cubicBezTo>
                  <a:cubicBezTo>
                    <a:pt x="21237" y="33982"/>
                    <a:pt x="37198" y="17782"/>
                    <a:pt x="46871" y="169"/>
                  </a:cubicBezTo>
                  <a:cubicBezTo>
                    <a:pt x="46907" y="79"/>
                    <a:pt x="46821" y="1"/>
                    <a:pt x="467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2488325" y="2458750"/>
              <a:ext cx="558050" cy="620125"/>
            </a:xfrm>
            <a:custGeom>
              <a:rect b="b" l="l" r="r" t="t"/>
              <a:pathLst>
                <a:path extrusionOk="0" h="24805" w="22322">
                  <a:moveTo>
                    <a:pt x="22266" y="1"/>
                  </a:moveTo>
                  <a:cubicBezTo>
                    <a:pt x="22250" y="1"/>
                    <a:pt x="22234" y="10"/>
                    <a:pt x="22224" y="29"/>
                  </a:cubicBezTo>
                  <a:cubicBezTo>
                    <a:pt x="19640" y="5091"/>
                    <a:pt x="16922" y="9834"/>
                    <a:pt x="13111" y="14098"/>
                  </a:cubicBezTo>
                  <a:cubicBezTo>
                    <a:pt x="9328" y="18308"/>
                    <a:pt x="4904" y="21665"/>
                    <a:pt x="82" y="24623"/>
                  </a:cubicBezTo>
                  <a:lnTo>
                    <a:pt x="108" y="24623"/>
                  </a:lnTo>
                  <a:cubicBezTo>
                    <a:pt x="0" y="24687"/>
                    <a:pt x="67" y="24804"/>
                    <a:pt x="153" y="24804"/>
                  </a:cubicBezTo>
                  <a:cubicBezTo>
                    <a:pt x="173" y="24804"/>
                    <a:pt x="194" y="24798"/>
                    <a:pt x="215" y="24783"/>
                  </a:cubicBezTo>
                  <a:cubicBezTo>
                    <a:pt x="9834" y="19800"/>
                    <a:pt x="18654" y="10367"/>
                    <a:pt x="22304" y="82"/>
                  </a:cubicBezTo>
                  <a:cubicBezTo>
                    <a:pt x="22321" y="30"/>
                    <a:pt x="22294" y="1"/>
                    <a:pt x="2226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1845925" y="2844575"/>
              <a:ext cx="377775" cy="289950"/>
            </a:xfrm>
            <a:custGeom>
              <a:rect b="b" l="l" r="r" t="t"/>
              <a:pathLst>
                <a:path extrusionOk="0" h="11598" w="15111">
                  <a:moveTo>
                    <a:pt x="15069" y="1"/>
                  </a:moveTo>
                  <a:cubicBezTo>
                    <a:pt x="15058" y="1"/>
                    <a:pt x="15048" y="7"/>
                    <a:pt x="15039" y="24"/>
                  </a:cubicBezTo>
                  <a:cubicBezTo>
                    <a:pt x="12961" y="2448"/>
                    <a:pt x="10856" y="4740"/>
                    <a:pt x="8325" y="6685"/>
                  </a:cubicBezTo>
                  <a:cubicBezTo>
                    <a:pt x="5767" y="8657"/>
                    <a:pt x="2995" y="10016"/>
                    <a:pt x="118" y="11401"/>
                  </a:cubicBezTo>
                  <a:cubicBezTo>
                    <a:pt x="1" y="11448"/>
                    <a:pt x="27" y="11597"/>
                    <a:pt x="126" y="11597"/>
                  </a:cubicBezTo>
                  <a:cubicBezTo>
                    <a:pt x="139" y="11597"/>
                    <a:pt x="155" y="11594"/>
                    <a:pt x="171" y="11588"/>
                  </a:cubicBezTo>
                  <a:cubicBezTo>
                    <a:pt x="6006" y="9696"/>
                    <a:pt x="11735" y="5166"/>
                    <a:pt x="15093" y="50"/>
                  </a:cubicBezTo>
                  <a:cubicBezTo>
                    <a:pt x="15111" y="32"/>
                    <a:pt x="15091" y="1"/>
                    <a:pt x="15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2303025" y="2475175"/>
              <a:ext cx="373200" cy="421350"/>
            </a:xfrm>
            <a:custGeom>
              <a:rect b="b" l="l" r="r" t="t"/>
              <a:pathLst>
                <a:path extrusionOk="0" h="16854" w="14928">
                  <a:moveTo>
                    <a:pt x="14873" y="1"/>
                  </a:moveTo>
                  <a:cubicBezTo>
                    <a:pt x="14864" y="1"/>
                    <a:pt x="14855" y="4"/>
                    <a:pt x="14848" y="11"/>
                  </a:cubicBezTo>
                  <a:cubicBezTo>
                    <a:pt x="10611" y="6166"/>
                    <a:pt x="5628" y="11602"/>
                    <a:pt x="86" y="16638"/>
                  </a:cubicBezTo>
                  <a:cubicBezTo>
                    <a:pt x="0" y="16703"/>
                    <a:pt x="105" y="16854"/>
                    <a:pt x="205" y="16854"/>
                  </a:cubicBezTo>
                  <a:cubicBezTo>
                    <a:pt x="228" y="16854"/>
                    <a:pt x="252" y="16845"/>
                    <a:pt x="273" y="16825"/>
                  </a:cubicBezTo>
                  <a:cubicBezTo>
                    <a:pt x="6028" y="12108"/>
                    <a:pt x="10931" y="6326"/>
                    <a:pt x="14928" y="64"/>
                  </a:cubicBezTo>
                  <a:cubicBezTo>
                    <a:pt x="14928" y="25"/>
                    <a:pt x="14899" y="1"/>
                    <a:pt x="148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1128075" y="2353950"/>
              <a:ext cx="40000" cy="31425"/>
            </a:xfrm>
            <a:custGeom>
              <a:rect b="b" l="l" r="r" t="t"/>
              <a:pathLst>
                <a:path extrusionOk="0" h="1257" w="1600">
                  <a:moveTo>
                    <a:pt x="481" y="0"/>
                  </a:moveTo>
                  <a:cubicBezTo>
                    <a:pt x="415" y="0"/>
                    <a:pt x="367" y="25"/>
                    <a:pt x="347" y="64"/>
                  </a:cubicBezTo>
                  <a:cubicBezTo>
                    <a:pt x="107" y="197"/>
                    <a:pt x="1" y="490"/>
                    <a:pt x="161" y="703"/>
                  </a:cubicBezTo>
                  <a:cubicBezTo>
                    <a:pt x="321" y="943"/>
                    <a:pt x="534" y="1130"/>
                    <a:pt x="800" y="1210"/>
                  </a:cubicBezTo>
                  <a:cubicBezTo>
                    <a:pt x="885" y="1238"/>
                    <a:pt x="980" y="1256"/>
                    <a:pt x="1073" y="1256"/>
                  </a:cubicBezTo>
                  <a:cubicBezTo>
                    <a:pt x="1243" y="1256"/>
                    <a:pt x="1407" y="1195"/>
                    <a:pt x="1493" y="1023"/>
                  </a:cubicBezTo>
                  <a:cubicBezTo>
                    <a:pt x="1600" y="837"/>
                    <a:pt x="1546" y="677"/>
                    <a:pt x="1440" y="544"/>
                  </a:cubicBezTo>
                  <a:cubicBezTo>
                    <a:pt x="1364" y="217"/>
                    <a:pt x="980" y="8"/>
                    <a:pt x="624" y="8"/>
                  </a:cubicBezTo>
                  <a:cubicBezTo>
                    <a:pt x="603" y="8"/>
                    <a:pt x="581" y="9"/>
                    <a:pt x="560" y="11"/>
                  </a:cubicBezTo>
                  <a:cubicBezTo>
                    <a:pt x="532" y="3"/>
                    <a:pt x="505" y="0"/>
                    <a:pt x="4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1044150" y="2345925"/>
              <a:ext cx="61975" cy="50350"/>
            </a:xfrm>
            <a:custGeom>
              <a:rect b="b" l="l" r="r" t="t"/>
              <a:pathLst>
                <a:path extrusionOk="0" h="2014" w="2479">
                  <a:moveTo>
                    <a:pt x="671" y="1"/>
                  </a:moveTo>
                  <a:cubicBezTo>
                    <a:pt x="461" y="1"/>
                    <a:pt x="270" y="82"/>
                    <a:pt x="134" y="278"/>
                  </a:cubicBezTo>
                  <a:cubicBezTo>
                    <a:pt x="27" y="438"/>
                    <a:pt x="0" y="598"/>
                    <a:pt x="27" y="758"/>
                  </a:cubicBezTo>
                  <a:cubicBezTo>
                    <a:pt x="27" y="838"/>
                    <a:pt x="27" y="891"/>
                    <a:pt x="54" y="971"/>
                  </a:cubicBezTo>
                  <a:cubicBezTo>
                    <a:pt x="214" y="1397"/>
                    <a:pt x="587" y="1770"/>
                    <a:pt x="1013" y="1930"/>
                  </a:cubicBezTo>
                  <a:cubicBezTo>
                    <a:pt x="1127" y="1987"/>
                    <a:pt x="1257" y="2014"/>
                    <a:pt x="1385" y="2014"/>
                  </a:cubicBezTo>
                  <a:cubicBezTo>
                    <a:pt x="1496" y="2014"/>
                    <a:pt x="1607" y="1994"/>
                    <a:pt x="1706" y="1957"/>
                  </a:cubicBezTo>
                  <a:cubicBezTo>
                    <a:pt x="2185" y="1957"/>
                    <a:pt x="2479" y="1531"/>
                    <a:pt x="2212" y="1104"/>
                  </a:cubicBezTo>
                  <a:cubicBezTo>
                    <a:pt x="2132" y="998"/>
                    <a:pt x="2026" y="891"/>
                    <a:pt x="1919" y="785"/>
                  </a:cubicBezTo>
                  <a:cubicBezTo>
                    <a:pt x="1647" y="368"/>
                    <a:pt x="1117" y="1"/>
                    <a:pt x="6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1206700" y="2357225"/>
              <a:ext cx="146075" cy="71250"/>
            </a:xfrm>
            <a:custGeom>
              <a:rect b="b" l="l" r="r" t="t"/>
              <a:pathLst>
                <a:path extrusionOk="0" h="2850" w="5843">
                  <a:moveTo>
                    <a:pt x="1334" y="0"/>
                  </a:moveTo>
                  <a:cubicBezTo>
                    <a:pt x="971" y="0"/>
                    <a:pt x="675" y="129"/>
                    <a:pt x="506" y="466"/>
                  </a:cubicBezTo>
                  <a:cubicBezTo>
                    <a:pt x="0" y="1558"/>
                    <a:pt x="1865" y="2544"/>
                    <a:pt x="2665" y="2757"/>
                  </a:cubicBezTo>
                  <a:cubicBezTo>
                    <a:pt x="2850" y="2811"/>
                    <a:pt x="3199" y="2850"/>
                    <a:pt x="3597" y="2850"/>
                  </a:cubicBezTo>
                  <a:cubicBezTo>
                    <a:pt x="4572" y="2850"/>
                    <a:pt x="5842" y="2619"/>
                    <a:pt x="5729" y="1825"/>
                  </a:cubicBezTo>
                  <a:cubicBezTo>
                    <a:pt x="5649" y="1212"/>
                    <a:pt x="4556" y="1052"/>
                    <a:pt x="4104" y="892"/>
                  </a:cubicBezTo>
                  <a:cubicBezTo>
                    <a:pt x="3757" y="759"/>
                    <a:pt x="3411" y="626"/>
                    <a:pt x="3038" y="519"/>
                  </a:cubicBezTo>
                  <a:cubicBezTo>
                    <a:pt x="2452" y="242"/>
                    <a:pt x="1831" y="0"/>
                    <a:pt x="13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971700" y="2253125"/>
              <a:ext cx="31850" cy="25050"/>
            </a:xfrm>
            <a:custGeom>
              <a:rect b="b" l="l" r="r" t="t"/>
              <a:pathLst>
                <a:path extrusionOk="0" h="1002" w="1274">
                  <a:moveTo>
                    <a:pt x="607" y="0"/>
                  </a:moveTo>
                  <a:cubicBezTo>
                    <a:pt x="580" y="0"/>
                    <a:pt x="554" y="7"/>
                    <a:pt x="527" y="20"/>
                  </a:cubicBezTo>
                  <a:cubicBezTo>
                    <a:pt x="515" y="19"/>
                    <a:pt x="504" y="19"/>
                    <a:pt x="492" y="19"/>
                  </a:cubicBezTo>
                  <a:cubicBezTo>
                    <a:pt x="192" y="19"/>
                    <a:pt x="1" y="350"/>
                    <a:pt x="181" y="606"/>
                  </a:cubicBezTo>
                  <a:cubicBezTo>
                    <a:pt x="294" y="777"/>
                    <a:pt x="516" y="1002"/>
                    <a:pt x="740" y="1002"/>
                  </a:cubicBezTo>
                  <a:cubicBezTo>
                    <a:pt x="831" y="1002"/>
                    <a:pt x="922" y="965"/>
                    <a:pt x="1007" y="873"/>
                  </a:cubicBezTo>
                  <a:cubicBezTo>
                    <a:pt x="1273" y="580"/>
                    <a:pt x="980" y="153"/>
                    <a:pt x="687" y="20"/>
                  </a:cubicBezTo>
                  <a:cubicBezTo>
                    <a:pt x="660" y="7"/>
                    <a:pt x="634" y="0"/>
                    <a:pt x="6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1005525" y="2228075"/>
              <a:ext cx="99275" cy="80725"/>
            </a:xfrm>
            <a:custGeom>
              <a:rect b="b" l="l" r="r" t="t"/>
              <a:pathLst>
                <a:path extrusionOk="0" h="3229" w="3971">
                  <a:moveTo>
                    <a:pt x="1164" y="1"/>
                  </a:moveTo>
                  <a:cubicBezTo>
                    <a:pt x="829" y="1"/>
                    <a:pt x="530" y="148"/>
                    <a:pt x="346" y="516"/>
                  </a:cubicBezTo>
                  <a:cubicBezTo>
                    <a:pt x="0" y="1209"/>
                    <a:pt x="453" y="2035"/>
                    <a:pt x="933" y="2514"/>
                  </a:cubicBezTo>
                  <a:cubicBezTo>
                    <a:pt x="1369" y="2951"/>
                    <a:pt x="1964" y="3229"/>
                    <a:pt x="2581" y="3229"/>
                  </a:cubicBezTo>
                  <a:cubicBezTo>
                    <a:pt x="2680" y="3229"/>
                    <a:pt x="2779" y="3222"/>
                    <a:pt x="2878" y="3207"/>
                  </a:cubicBezTo>
                  <a:cubicBezTo>
                    <a:pt x="3224" y="3154"/>
                    <a:pt x="3677" y="2994"/>
                    <a:pt x="3837" y="2674"/>
                  </a:cubicBezTo>
                  <a:cubicBezTo>
                    <a:pt x="3970" y="2381"/>
                    <a:pt x="3810" y="2061"/>
                    <a:pt x="3704" y="1795"/>
                  </a:cubicBezTo>
                  <a:cubicBezTo>
                    <a:pt x="3384" y="1209"/>
                    <a:pt x="2851" y="782"/>
                    <a:pt x="2318" y="409"/>
                  </a:cubicBezTo>
                  <a:cubicBezTo>
                    <a:pt x="2292" y="409"/>
                    <a:pt x="2265" y="383"/>
                    <a:pt x="2238" y="383"/>
                  </a:cubicBezTo>
                  <a:cubicBezTo>
                    <a:pt x="2132" y="303"/>
                    <a:pt x="2025" y="249"/>
                    <a:pt x="1919" y="169"/>
                  </a:cubicBezTo>
                  <a:cubicBezTo>
                    <a:pt x="1865" y="143"/>
                    <a:pt x="1839" y="143"/>
                    <a:pt x="1785" y="143"/>
                  </a:cubicBezTo>
                  <a:cubicBezTo>
                    <a:pt x="1576" y="53"/>
                    <a:pt x="1364" y="1"/>
                    <a:pt x="11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1309950" y="2449125"/>
              <a:ext cx="90600" cy="50650"/>
            </a:xfrm>
            <a:custGeom>
              <a:rect b="b" l="l" r="r" t="t"/>
              <a:pathLst>
                <a:path extrusionOk="0" h="2026" w="3624">
                  <a:moveTo>
                    <a:pt x="1657" y="1"/>
                  </a:moveTo>
                  <a:cubicBezTo>
                    <a:pt x="1289" y="1"/>
                    <a:pt x="939" y="49"/>
                    <a:pt x="693" y="121"/>
                  </a:cubicBezTo>
                  <a:cubicBezTo>
                    <a:pt x="267" y="254"/>
                    <a:pt x="0" y="627"/>
                    <a:pt x="53" y="1106"/>
                  </a:cubicBezTo>
                  <a:cubicBezTo>
                    <a:pt x="133" y="1613"/>
                    <a:pt x="586" y="1906"/>
                    <a:pt x="1039" y="1986"/>
                  </a:cubicBezTo>
                  <a:cubicBezTo>
                    <a:pt x="1187" y="2009"/>
                    <a:pt x="1389" y="2025"/>
                    <a:pt x="1615" y="2025"/>
                  </a:cubicBezTo>
                  <a:cubicBezTo>
                    <a:pt x="2406" y="2025"/>
                    <a:pt x="3488" y="1832"/>
                    <a:pt x="3571" y="1106"/>
                  </a:cubicBezTo>
                  <a:cubicBezTo>
                    <a:pt x="3624" y="813"/>
                    <a:pt x="3464" y="600"/>
                    <a:pt x="3224" y="467"/>
                  </a:cubicBezTo>
                  <a:cubicBezTo>
                    <a:pt x="2880" y="123"/>
                    <a:pt x="2244" y="1"/>
                    <a:pt x="16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1368550" y="2419825"/>
              <a:ext cx="38000" cy="22325"/>
            </a:xfrm>
            <a:custGeom>
              <a:rect b="b" l="l" r="r" t="t"/>
              <a:pathLst>
                <a:path extrusionOk="0" h="893" w="1520">
                  <a:moveTo>
                    <a:pt x="609" y="1"/>
                  </a:moveTo>
                  <a:cubicBezTo>
                    <a:pt x="446" y="1"/>
                    <a:pt x="296" y="38"/>
                    <a:pt x="161" y="173"/>
                  </a:cubicBezTo>
                  <a:cubicBezTo>
                    <a:pt x="1" y="333"/>
                    <a:pt x="108" y="546"/>
                    <a:pt x="267" y="653"/>
                  </a:cubicBezTo>
                  <a:cubicBezTo>
                    <a:pt x="294" y="760"/>
                    <a:pt x="401" y="840"/>
                    <a:pt x="507" y="866"/>
                  </a:cubicBezTo>
                  <a:cubicBezTo>
                    <a:pt x="614" y="880"/>
                    <a:pt x="727" y="893"/>
                    <a:pt x="840" y="893"/>
                  </a:cubicBezTo>
                  <a:cubicBezTo>
                    <a:pt x="954" y="893"/>
                    <a:pt x="1067" y="880"/>
                    <a:pt x="1173" y="840"/>
                  </a:cubicBezTo>
                  <a:cubicBezTo>
                    <a:pt x="1413" y="760"/>
                    <a:pt x="1520" y="467"/>
                    <a:pt x="1360" y="227"/>
                  </a:cubicBezTo>
                  <a:cubicBezTo>
                    <a:pt x="1253" y="40"/>
                    <a:pt x="1014" y="14"/>
                    <a:pt x="800" y="14"/>
                  </a:cubicBezTo>
                  <a:cubicBezTo>
                    <a:pt x="735" y="6"/>
                    <a:pt x="671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1440500" y="2384475"/>
              <a:ext cx="83475" cy="48450"/>
            </a:xfrm>
            <a:custGeom>
              <a:rect b="b" l="l" r="r" t="t"/>
              <a:pathLst>
                <a:path extrusionOk="0" h="1938" w="3339">
                  <a:moveTo>
                    <a:pt x="2446" y="1"/>
                  </a:moveTo>
                  <a:cubicBezTo>
                    <a:pt x="2162" y="1"/>
                    <a:pt x="1847" y="60"/>
                    <a:pt x="1573" y="149"/>
                  </a:cubicBezTo>
                  <a:cubicBezTo>
                    <a:pt x="1093" y="149"/>
                    <a:pt x="534" y="228"/>
                    <a:pt x="294" y="575"/>
                  </a:cubicBezTo>
                  <a:cubicBezTo>
                    <a:pt x="1" y="1055"/>
                    <a:pt x="400" y="1454"/>
                    <a:pt x="800" y="1641"/>
                  </a:cubicBezTo>
                  <a:cubicBezTo>
                    <a:pt x="1106" y="1811"/>
                    <a:pt x="1445" y="1938"/>
                    <a:pt x="1782" y="1938"/>
                  </a:cubicBezTo>
                  <a:cubicBezTo>
                    <a:pt x="1973" y="1938"/>
                    <a:pt x="2163" y="1897"/>
                    <a:pt x="2346" y="1801"/>
                  </a:cubicBezTo>
                  <a:cubicBezTo>
                    <a:pt x="2745" y="1587"/>
                    <a:pt x="3278" y="1161"/>
                    <a:pt x="3305" y="681"/>
                  </a:cubicBezTo>
                  <a:cubicBezTo>
                    <a:pt x="3339" y="176"/>
                    <a:pt x="2936" y="1"/>
                    <a:pt x="24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411300" y="3143725"/>
              <a:ext cx="1545500" cy="630625"/>
            </a:xfrm>
            <a:custGeom>
              <a:rect b="b" l="l" r="r" t="t"/>
              <a:pathLst>
                <a:path extrusionOk="0" h="25225" w="61820">
                  <a:moveTo>
                    <a:pt x="60021" y="1"/>
                  </a:moveTo>
                  <a:cubicBezTo>
                    <a:pt x="59760" y="1"/>
                    <a:pt x="59499" y="72"/>
                    <a:pt x="59261" y="235"/>
                  </a:cubicBezTo>
                  <a:cubicBezTo>
                    <a:pt x="58329" y="874"/>
                    <a:pt x="57609" y="3565"/>
                    <a:pt x="56010" y="5031"/>
                  </a:cubicBezTo>
                  <a:lnTo>
                    <a:pt x="56010" y="5004"/>
                  </a:lnTo>
                  <a:cubicBezTo>
                    <a:pt x="53026" y="7749"/>
                    <a:pt x="23929" y="6736"/>
                    <a:pt x="15882" y="10706"/>
                  </a:cubicBezTo>
                  <a:cubicBezTo>
                    <a:pt x="12285" y="12492"/>
                    <a:pt x="1" y="23736"/>
                    <a:pt x="2506" y="25015"/>
                  </a:cubicBezTo>
                  <a:cubicBezTo>
                    <a:pt x="2784" y="25158"/>
                    <a:pt x="3528" y="25224"/>
                    <a:pt x="4641" y="25224"/>
                  </a:cubicBezTo>
                  <a:cubicBezTo>
                    <a:pt x="13525" y="25224"/>
                    <a:pt x="45895" y="20964"/>
                    <a:pt x="52147" y="16915"/>
                  </a:cubicBezTo>
                  <a:cubicBezTo>
                    <a:pt x="59155" y="12332"/>
                    <a:pt x="61819" y="2286"/>
                    <a:pt x="61659" y="1327"/>
                  </a:cubicBezTo>
                  <a:cubicBezTo>
                    <a:pt x="61540" y="612"/>
                    <a:pt x="60784" y="1"/>
                    <a:pt x="600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74900" lIns="74900" spcFirstLastPara="1" rIns="74900" wrap="square" tIns="74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18"/>
          <p:cNvSpPr txBox="1"/>
          <p:nvPr/>
        </p:nvSpPr>
        <p:spPr>
          <a:xfrm>
            <a:off x="619700" y="1356950"/>
            <a:ext cx="2972400" cy="6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lt1"/>
                </a:solidFill>
                <a:latin typeface="Patua One"/>
                <a:ea typeface="Patua One"/>
                <a:cs typeface="Patua One"/>
                <a:sym typeface="Patua One"/>
              </a:rPr>
              <a:t>Batasan Masalah</a:t>
            </a:r>
            <a:endParaRPr sz="2900">
              <a:solidFill>
                <a:schemeClr val="lt1"/>
              </a:solidFill>
              <a:latin typeface="Patua One"/>
              <a:ea typeface="Patua One"/>
              <a:cs typeface="Patua One"/>
              <a:sym typeface="Patua On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1500" y="1965175"/>
            <a:ext cx="5921700" cy="28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Implementasi Algoritma Harris-Corner 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Detection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dan 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Length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-Weight Relationship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Jenis Ikan yang digunakan adalah ikan lele, ikan mas, dan ikan nila.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Dataset telah dihilangkan latar belakangnya dan digantikan dengan warna solid putih.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C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itra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diambil top-down pada jarak tertentu.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Panjang, keliling, dan berat sudah diketahui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ata"/>
              <a:buChar char="●"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Menggunakan python 3 dan tidak 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dijalankan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secara real-time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"/>
          <p:cNvSpPr txBox="1"/>
          <p:nvPr>
            <p:ph type="title"/>
          </p:nvPr>
        </p:nvSpPr>
        <p:spPr>
          <a:xfrm>
            <a:off x="720000" y="414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Tujuan Penelitian</a:t>
            </a:r>
            <a:endParaRPr/>
          </a:p>
        </p:txBody>
      </p:sp>
      <p:grpSp>
        <p:nvGrpSpPr>
          <p:cNvPr id="323" name="Google Shape;323;p19"/>
          <p:cNvGrpSpPr/>
          <p:nvPr/>
        </p:nvGrpSpPr>
        <p:grpSpPr>
          <a:xfrm flipH="1">
            <a:off x="1194589" y="1608905"/>
            <a:ext cx="1731666" cy="962836"/>
            <a:chOff x="4120650" y="2919800"/>
            <a:chExt cx="3306600" cy="1838525"/>
          </a:xfrm>
        </p:grpSpPr>
        <p:sp>
          <p:nvSpPr>
            <p:cNvPr id="324" name="Google Shape;324;p19"/>
            <p:cNvSpPr/>
            <p:nvPr/>
          </p:nvSpPr>
          <p:spPr>
            <a:xfrm>
              <a:off x="5903150" y="4323050"/>
              <a:ext cx="561525" cy="435275"/>
            </a:xfrm>
            <a:custGeom>
              <a:rect b="b" l="l" r="r" t="t"/>
              <a:pathLst>
                <a:path extrusionOk="0" h="17411" w="22461">
                  <a:moveTo>
                    <a:pt x="22460" y="1210"/>
                  </a:moveTo>
                  <a:cubicBezTo>
                    <a:pt x="22460" y="1210"/>
                    <a:pt x="14781" y="17411"/>
                    <a:pt x="11073" y="15807"/>
                  </a:cubicBezTo>
                  <a:cubicBezTo>
                    <a:pt x="7338" y="14229"/>
                    <a:pt x="6812" y="6707"/>
                    <a:pt x="6812" y="6707"/>
                  </a:cubicBezTo>
                  <a:cubicBezTo>
                    <a:pt x="6812" y="6707"/>
                    <a:pt x="0" y="8416"/>
                    <a:pt x="316" y="4208"/>
                  </a:cubicBezTo>
                  <a:cubicBezTo>
                    <a:pt x="658" y="0"/>
                    <a:pt x="22460" y="1210"/>
                    <a:pt x="22460" y="1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5906675" y="4372350"/>
              <a:ext cx="430450" cy="348650"/>
            </a:xfrm>
            <a:custGeom>
              <a:rect b="b" l="l" r="r" t="t"/>
              <a:pathLst>
                <a:path extrusionOk="0" h="13946" w="17218">
                  <a:moveTo>
                    <a:pt x="3699" y="1"/>
                  </a:moveTo>
                  <a:cubicBezTo>
                    <a:pt x="1648" y="500"/>
                    <a:pt x="254" y="1184"/>
                    <a:pt x="175" y="2236"/>
                  </a:cubicBezTo>
                  <a:cubicBezTo>
                    <a:pt x="1" y="4558"/>
                    <a:pt x="1996" y="5078"/>
                    <a:pt x="3820" y="5078"/>
                  </a:cubicBezTo>
                  <a:cubicBezTo>
                    <a:pt x="5302" y="5078"/>
                    <a:pt x="6671" y="4735"/>
                    <a:pt x="6671" y="4735"/>
                  </a:cubicBezTo>
                  <a:cubicBezTo>
                    <a:pt x="6671" y="4735"/>
                    <a:pt x="7197" y="12257"/>
                    <a:pt x="10932" y="13835"/>
                  </a:cubicBezTo>
                  <a:cubicBezTo>
                    <a:pt x="11108" y="13910"/>
                    <a:pt x="11292" y="13946"/>
                    <a:pt x="11484" y="13946"/>
                  </a:cubicBezTo>
                  <a:cubicBezTo>
                    <a:pt x="13100" y="13946"/>
                    <a:pt x="15243" y="11402"/>
                    <a:pt x="17217" y="8417"/>
                  </a:cubicBezTo>
                  <a:lnTo>
                    <a:pt x="17217" y="8417"/>
                  </a:lnTo>
                  <a:cubicBezTo>
                    <a:pt x="16928" y="8496"/>
                    <a:pt x="16639" y="8548"/>
                    <a:pt x="16349" y="8601"/>
                  </a:cubicBezTo>
                  <a:cubicBezTo>
                    <a:pt x="15945" y="8667"/>
                    <a:pt x="15527" y="8706"/>
                    <a:pt x="15109" y="8706"/>
                  </a:cubicBezTo>
                  <a:cubicBezTo>
                    <a:pt x="14358" y="8706"/>
                    <a:pt x="13606" y="8580"/>
                    <a:pt x="12930" y="8259"/>
                  </a:cubicBezTo>
                  <a:cubicBezTo>
                    <a:pt x="11773" y="7680"/>
                    <a:pt x="10932" y="6576"/>
                    <a:pt x="10327" y="5445"/>
                  </a:cubicBezTo>
                  <a:cubicBezTo>
                    <a:pt x="9643" y="4235"/>
                    <a:pt x="9327" y="2894"/>
                    <a:pt x="9222" y="1500"/>
                  </a:cubicBezTo>
                  <a:cubicBezTo>
                    <a:pt x="8512" y="1552"/>
                    <a:pt x="7828" y="1815"/>
                    <a:pt x="7144" y="1973"/>
                  </a:cubicBezTo>
                  <a:cubicBezTo>
                    <a:pt x="6815" y="2063"/>
                    <a:pt x="6461" y="2127"/>
                    <a:pt x="6105" y="2127"/>
                  </a:cubicBezTo>
                  <a:cubicBezTo>
                    <a:pt x="5835" y="2127"/>
                    <a:pt x="5564" y="2090"/>
                    <a:pt x="5303" y="2000"/>
                  </a:cubicBezTo>
                  <a:cubicBezTo>
                    <a:pt x="4725" y="1789"/>
                    <a:pt x="4330" y="1342"/>
                    <a:pt x="4041" y="790"/>
                  </a:cubicBezTo>
                  <a:cubicBezTo>
                    <a:pt x="3909" y="553"/>
                    <a:pt x="3804" y="290"/>
                    <a:pt x="3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4948450" y="2943600"/>
              <a:ext cx="1595125" cy="687775"/>
            </a:xfrm>
            <a:custGeom>
              <a:rect b="b" l="l" r="r" t="t"/>
              <a:pathLst>
                <a:path extrusionOk="0" h="27511" w="63805">
                  <a:moveTo>
                    <a:pt x="3919" y="27511"/>
                  </a:moveTo>
                  <a:cubicBezTo>
                    <a:pt x="3972" y="27011"/>
                    <a:pt x="1" y="17043"/>
                    <a:pt x="2657" y="11336"/>
                  </a:cubicBezTo>
                  <a:cubicBezTo>
                    <a:pt x="5313" y="5629"/>
                    <a:pt x="25932" y="10258"/>
                    <a:pt x="25932" y="10258"/>
                  </a:cubicBezTo>
                  <a:lnTo>
                    <a:pt x="31850" y="13098"/>
                  </a:lnTo>
                  <a:lnTo>
                    <a:pt x="35453" y="12677"/>
                  </a:lnTo>
                  <a:cubicBezTo>
                    <a:pt x="35453" y="12677"/>
                    <a:pt x="36347" y="5839"/>
                    <a:pt x="39082" y="2920"/>
                  </a:cubicBezTo>
                  <a:cubicBezTo>
                    <a:pt x="41818" y="1"/>
                    <a:pt x="48892" y="869"/>
                    <a:pt x="48892" y="869"/>
                  </a:cubicBezTo>
                  <a:cubicBezTo>
                    <a:pt x="48892" y="869"/>
                    <a:pt x="60359" y="1368"/>
                    <a:pt x="62069" y="12046"/>
                  </a:cubicBezTo>
                  <a:cubicBezTo>
                    <a:pt x="63804" y="22724"/>
                    <a:pt x="3919" y="27511"/>
                    <a:pt x="3919" y="27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4977375" y="3087400"/>
              <a:ext cx="619400" cy="291500"/>
            </a:xfrm>
            <a:custGeom>
              <a:rect b="b" l="l" r="r" t="t"/>
              <a:pathLst>
                <a:path extrusionOk="0" h="11660" w="24776">
                  <a:moveTo>
                    <a:pt x="6999" y="1"/>
                  </a:moveTo>
                  <a:cubicBezTo>
                    <a:pt x="5273" y="1"/>
                    <a:pt x="3793" y="282"/>
                    <a:pt x="2789" y="982"/>
                  </a:cubicBezTo>
                  <a:cubicBezTo>
                    <a:pt x="132" y="2823"/>
                    <a:pt x="1" y="7557"/>
                    <a:pt x="500" y="11659"/>
                  </a:cubicBezTo>
                  <a:cubicBezTo>
                    <a:pt x="790" y="10739"/>
                    <a:pt x="1184" y="9871"/>
                    <a:pt x="1684" y="9056"/>
                  </a:cubicBezTo>
                  <a:cubicBezTo>
                    <a:pt x="2973" y="6899"/>
                    <a:pt x="5103" y="5295"/>
                    <a:pt x="7391" y="4295"/>
                  </a:cubicBezTo>
                  <a:cubicBezTo>
                    <a:pt x="9361" y="3465"/>
                    <a:pt x="11481" y="3127"/>
                    <a:pt x="13597" y="3127"/>
                  </a:cubicBezTo>
                  <a:cubicBezTo>
                    <a:pt x="13825" y="3127"/>
                    <a:pt x="14054" y="3131"/>
                    <a:pt x="14282" y="3138"/>
                  </a:cubicBezTo>
                  <a:cubicBezTo>
                    <a:pt x="15544" y="3165"/>
                    <a:pt x="16780" y="3296"/>
                    <a:pt x="18016" y="3454"/>
                  </a:cubicBezTo>
                  <a:cubicBezTo>
                    <a:pt x="19436" y="3638"/>
                    <a:pt x="20830" y="3848"/>
                    <a:pt x="22224" y="4059"/>
                  </a:cubicBezTo>
                  <a:cubicBezTo>
                    <a:pt x="23092" y="4190"/>
                    <a:pt x="23934" y="4348"/>
                    <a:pt x="24775" y="4506"/>
                  </a:cubicBezTo>
                  <a:cubicBezTo>
                    <a:pt x="22958" y="3762"/>
                    <a:pt x="13320" y="1"/>
                    <a:pt x="6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5881450" y="2919800"/>
              <a:ext cx="524700" cy="159925"/>
            </a:xfrm>
            <a:custGeom>
              <a:rect b="b" l="l" r="r" t="t"/>
              <a:pathLst>
                <a:path extrusionOk="0" h="6397" w="20988">
                  <a:moveTo>
                    <a:pt x="10106" y="0"/>
                  </a:moveTo>
                  <a:cubicBezTo>
                    <a:pt x="9881" y="0"/>
                    <a:pt x="9651" y="11"/>
                    <a:pt x="9416" y="32"/>
                  </a:cubicBezTo>
                  <a:cubicBezTo>
                    <a:pt x="5760" y="374"/>
                    <a:pt x="1894" y="585"/>
                    <a:pt x="0" y="6397"/>
                  </a:cubicBezTo>
                  <a:cubicBezTo>
                    <a:pt x="710" y="5608"/>
                    <a:pt x="1473" y="4898"/>
                    <a:pt x="2341" y="4319"/>
                  </a:cubicBezTo>
                  <a:cubicBezTo>
                    <a:pt x="4051" y="3188"/>
                    <a:pt x="6155" y="2820"/>
                    <a:pt x="8180" y="2794"/>
                  </a:cubicBezTo>
                  <a:cubicBezTo>
                    <a:pt x="8246" y="2793"/>
                    <a:pt x="8313" y="2793"/>
                    <a:pt x="8380" y="2793"/>
                  </a:cubicBezTo>
                  <a:cubicBezTo>
                    <a:pt x="10417" y="2793"/>
                    <a:pt x="12454" y="3175"/>
                    <a:pt x="14465" y="3557"/>
                  </a:cubicBezTo>
                  <a:cubicBezTo>
                    <a:pt x="16675" y="4004"/>
                    <a:pt x="18884" y="4556"/>
                    <a:pt x="20988" y="5450"/>
                  </a:cubicBezTo>
                  <a:cubicBezTo>
                    <a:pt x="20357" y="4714"/>
                    <a:pt x="19699" y="4135"/>
                    <a:pt x="18989" y="3925"/>
                  </a:cubicBezTo>
                  <a:cubicBezTo>
                    <a:pt x="16255" y="3055"/>
                    <a:pt x="13967" y="0"/>
                    <a:pt x="10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4941225" y="3027775"/>
              <a:ext cx="2486025" cy="1581300"/>
            </a:xfrm>
            <a:custGeom>
              <a:rect b="b" l="l" r="r" t="t"/>
              <a:pathLst>
                <a:path extrusionOk="0" h="63252" w="99441">
                  <a:moveTo>
                    <a:pt x="1710" y="21198"/>
                  </a:moveTo>
                  <a:cubicBezTo>
                    <a:pt x="1710" y="21198"/>
                    <a:pt x="20646" y="10441"/>
                    <a:pt x="34059" y="8206"/>
                  </a:cubicBezTo>
                  <a:cubicBezTo>
                    <a:pt x="47446" y="5970"/>
                    <a:pt x="81977" y="0"/>
                    <a:pt x="95364" y="31587"/>
                  </a:cubicBezTo>
                  <a:cubicBezTo>
                    <a:pt x="95364" y="31587"/>
                    <a:pt x="97389" y="30508"/>
                    <a:pt x="97416" y="31797"/>
                  </a:cubicBezTo>
                  <a:cubicBezTo>
                    <a:pt x="97468" y="33059"/>
                    <a:pt x="99441" y="42527"/>
                    <a:pt x="61463" y="52890"/>
                  </a:cubicBezTo>
                  <a:cubicBezTo>
                    <a:pt x="23486" y="63252"/>
                    <a:pt x="0" y="39292"/>
                    <a:pt x="0" y="39292"/>
                  </a:cubicBezTo>
                  <a:lnTo>
                    <a:pt x="1710" y="211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5621725" y="3223700"/>
              <a:ext cx="326150" cy="1188800"/>
            </a:xfrm>
            <a:custGeom>
              <a:rect b="b" l="l" r="r" t="t"/>
              <a:pathLst>
                <a:path extrusionOk="0" h="47552" w="13046">
                  <a:moveTo>
                    <a:pt x="8969" y="1"/>
                  </a:moveTo>
                  <a:cubicBezTo>
                    <a:pt x="8206" y="132"/>
                    <a:pt x="7496" y="264"/>
                    <a:pt x="6839" y="369"/>
                  </a:cubicBezTo>
                  <a:cubicBezTo>
                    <a:pt x="4656" y="737"/>
                    <a:pt x="2341" y="1316"/>
                    <a:pt x="1" y="2052"/>
                  </a:cubicBezTo>
                  <a:cubicBezTo>
                    <a:pt x="579" y="3867"/>
                    <a:pt x="1105" y="5708"/>
                    <a:pt x="1579" y="7549"/>
                  </a:cubicBezTo>
                  <a:cubicBezTo>
                    <a:pt x="2578" y="11520"/>
                    <a:pt x="3341" y="15544"/>
                    <a:pt x="3762" y="19594"/>
                  </a:cubicBezTo>
                  <a:cubicBezTo>
                    <a:pt x="4182" y="23802"/>
                    <a:pt x="4182" y="28010"/>
                    <a:pt x="3946" y="32218"/>
                  </a:cubicBezTo>
                  <a:cubicBezTo>
                    <a:pt x="3683" y="36742"/>
                    <a:pt x="3236" y="41292"/>
                    <a:pt x="2315" y="45763"/>
                  </a:cubicBezTo>
                  <a:cubicBezTo>
                    <a:pt x="2289" y="45947"/>
                    <a:pt x="2236" y="46131"/>
                    <a:pt x="2184" y="46315"/>
                  </a:cubicBezTo>
                  <a:cubicBezTo>
                    <a:pt x="5156" y="46920"/>
                    <a:pt x="8312" y="47367"/>
                    <a:pt x="11678" y="47551"/>
                  </a:cubicBezTo>
                  <a:cubicBezTo>
                    <a:pt x="11783" y="47051"/>
                    <a:pt x="11862" y="46525"/>
                    <a:pt x="11941" y="46026"/>
                  </a:cubicBezTo>
                  <a:cubicBezTo>
                    <a:pt x="12756" y="41081"/>
                    <a:pt x="12783" y="36111"/>
                    <a:pt x="12914" y="31114"/>
                  </a:cubicBezTo>
                  <a:cubicBezTo>
                    <a:pt x="13046" y="26248"/>
                    <a:pt x="13019" y="21383"/>
                    <a:pt x="12599" y="16517"/>
                  </a:cubicBezTo>
                  <a:cubicBezTo>
                    <a:pt x="12388" y="14097"/>
                    <a:pt x="12073" y="11678"/>
                    <a:pt x="11652" y="9285"/>
                  </a:cubicBezTo>
                  <a:cubicBezTo>
                    <a:pt x="11231" y="6970"/>
                    <a:pt x="10731" y="4708"/>
                    <a:pt x="9942" y="2499"/>
                  </a:cubicBezTo>
                  <a:cubicBezTo>
                    <a:pt x="9653" y="1658"/>
                    <a:pt x="9311" y="842"/>
                    <a:pt x="89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6561300" y="3298000"/>
              <a:ext cx="484600" cy="1000750"/>
            </a:xfrm>
            <a:custGeom>
              <a:rect b="b" l="l" r="r" t="t"/>
              <a:pathLst>
                <a:path extrusionOk="0" h="40030" w="19384">
                  <a:moveTo>
                    <a:pt x="11310" y="1"/>
                  </a:moveTo>
                  <a:cubicBezTo>
                    <a:pt x="9390" y="1789"/>
                    <a:pt x="7706" y="3814"/>
                    <a:pt x="6286" y="6050"/>
                  </a:cubicBezTo>
                  <a:cubicBezTo>
                    <a:pt x="4261" y="9232"/>
                    <a:pt x="2762" y="12730"/>
                    <a:pt x="1736" y="16359"/>
                  </a:cubicBezTo>
                  <a:cubicBezTo>
                    <a:pt x="658" y="20252"/>
                    <a:pt x="1" y="24275"/>
                    <a:pt x="369" y="28299"/>
                  </a:cubicBezTo>
                  <a:cubicBezTo>
                    <a:pt x="711" y="32297"/>
                    <a:pt x="1947" y="36137"/>
                    <a:pt x="3577" y="39766"/>
                  </a:cubicBezTo>
                  <a:cubicBezTo>
                    <a:pt x="3630" y="39871"/>
                    <a:pt x="3656" y="39950"/>
                    <a:pt x="3709" y="40029"/>
                  </a:cubicBezTo>
                  <a:cubicBezTo>
                    <a:pt x="6707" y="39109"/>
                    <a:pt x="9416" y="38188"/>
                    <a:pt x="11836" y="37268"/>
                  </a:cubicBezTo>
                  <a:cubicBezTo>
                    <a:pt x="11178" y="35532"/>
                    <a:pt x="10678" y="33770"/>
                    <a:pt x="10389" y="31929"/>
                  </a:cubicBezTo>
                  <a:cubicBezTo>
                    <a:pt x="10126" y="30140"/>
                    <a:pt x="10100" y="28326"/>
                    <a:pt x="10310" y="26511"/>
                  </a:cubicBezTo>
                  <a:cubicBezTo>
                    <a:pt x="10521" y="24749"/>
                    <a:pt x="10810" y="22987"/>
                    <a:pt x="11178" y="21225"/>
                  </a:cubicBezTo>
                  <a:cubicBezTo>
                    <a:pt x="11888" y="17727"/>
                    <a:pt x="12966" y="14229"/>
                    <a:pt x="14702" y="11073"/>
                  </a:cubicBezTo>
                  <a:cubicBezTo>
                    <a:pt x="15097" y="10336"/>
                    <a:pt x="15518" y="9600"/>
                    <a:pt x="16017" y="8916"/>
                  </a:cubicBezTo>
                  <a:cubicBezTo>
                    <a:pt x="16464" y="8285"/>
                    <a:pt x="16990" y="7706"/>
                    <a:pt x="17516" y="7154"/>
                  </a:cubicBezTo>
                  <a:cubicBezTo>
                    <a:pt x="18095" y="6549"/>
                    <a:pt x="18674" y="5997"/>
                    <a:pt x="19200" y="5392"/>
                  </a:cubicBezTo>
                  <a:lnTo>
                    <a:pt x="19384" y="5182"/>
                  </a:lnTo>
                  <a:cubicBezTo>
                    <a:pt x="16859" y="3051"/>
                    <a:pt x="14150" y="1342"/>
                    <a:pt x="113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6828900" y="3560450"/>
              <a:ext cx="274875" cy="262700"/>
            </a:xfrm>
            <a:custGeom>
              <a:rect b="b" l="l" r="r" t="t"/>
              <a:pathLst>
                <a:path extrusionOk="0" h="10508" w="10995">
                  <a:moveTo>
                    <a:pt x="5488" y="1"/>
                  </a:moveTo>
                  <a:cubicBezTo>
                    <a:pt x="2799" y="1"/>
                    <a:pt x="512" y="2052"/>
                    <a:pt x="264" y="4783"/>
                  </a:cubicBezTo>
                  <a:cubicBezTo>
                    <a:pt x="1" y="7676"/>
                    <a:pt x="2131" y="10227"/>
                    <a:pt x="5024" y="10490"/>
                  </a:cubicBezTo>
                  <a:cubicBezTo>
                    <a:pt x="5171" y="10502"/>
                    <a:pt x="5318" y="10508"/>
                    <a:pt x="5463" y="10508"/>
                  </a:cubicBezTo>
                  <a:cubicBezTo>
                    <a:pt x="8171" y="10508"/>
                    <a:pt x="10481" y="8450"/>
                    <a:pt x="10731" y="5730"/>
                  </a:cubicBezTo>
                  <a:cubicBezTo>
                    <a:pt x="10994" y="2837"/>
                    <a:pt x="8864" y="286"/>
                    <a:pt x="5971" y="23"/>
                  </a:cubicBezTo>
                  <a:cubicBezTo>
                    <a:pt x="5809" y="8"/>
                    <a:pt x="5648" y="1"/>
                    <a:pt x="5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6853900" y="3592650"/>
              <a:ext cx="225525" cy="197750"/>
            </a:xfrm>
            <a:custGeom>
              <a:rect b="b" l="l" r="r" t="t"/>
              <a:pathLst>
                <a:path extrusionOk="0" h="7910" w="9021">
                  <a:moveTo>
                    <a:pt x="4510" y="1"/>
                  </a:moveTo>
                  <a:cubicBezTo>
                    <a:pt x="3055" y="1"/>
                    <a:pt x="1663" y="799"/>
                    <a:pt x="973" y="2180"/>
                  </a:cubicBezTo>
                  <a:cubicBezTo>
                    <a:pt x="0" y="4126"/>
                    <a:pt x="789" y="6519"/>
                    <a:pt x="2735" y="7492"/>
                  </a:cubicBezTo>
                  <a:cubicBezTo>
                    <a:pt x="3301" y="7775"/>
                    <a:pt x="3902" y="7909"/>
                    <a:pt x="4494" y="7909"/>
                  </a:cubicBezTo>
                  <a:cubicBezTo>
                    <a:pt x="5940" y="7909"/>
                    <a:pt x="7331" y="7111"/>
                    <a:pt x="8022" y="5730"/>
                  </a:cubicBezTo>
                  <a:cubicBezTo>
                    <a:pt x="9021" y="3784"/>
                    <a:pt x="8232" y="1417"/>
                    <a:pt x="6286" y="418"/>
                  </a:cubicBezTo>
                  <a:cubicBezTo>
                    <a:pt x="5713" y="135"/>
                    <a:pt x="5106" y="1"/>
                    <a:pt x="4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6892025" y="3625775"/>
              <a:ext cx="42750" cy="38150"/>
            </a:xfrm>
            <a:custGeom>
              <a:rect b="b" l="l" r="r" t="t"/>
              <a:pathLst>
                <a:path extrusionOk="0" h="1526" w="1710">
                  <a:moveTo>
                    <a:pt x="869" y="1"/>
                  </a:moveTo>
                  <a:cubicBezTo>
                    <a:pt x="791" y="1"/>
                    <a:pt x="711" y="13"/>
                    <a:pt x="632" y="40"/>
                  </a:cubicBezTo>
                  <a:cubicBezTo>
                    <a:pt x="237" y="171"/>
                    <a:pt x="0" y="618"/>
                    <a:pt x="132" y="1013"/>
                  </a:cubicBezTo>
                  <a:cubicBezTo>
                    <a:pt x="237" y="1328"/>
                    <a:pt x="543" y="1525"/>
                    <a:pt x="863" y="1525"/>
                  </a:cubicBezTo>
                  <a:cubicBezTo>
                    <a:pt x="944" y="1525"/>
                    <a:pt x="1026" y="1513"/>
                    <a:pt x="1105" y="1486"/>
                  </a:cubicBezTo>
                  <a:cubicBezTo>
                    <a:pt x="1500" y="1355"/>
                    <a:pt x="1710" y="934"/>
                    <a:pt x="1578" y="539"/>
                  </a:cubicBezTo>
                  <a:cubicBezTo>
                    <a:pt x="1473" y="203"/>
                    <a:pt x="1183" y="1"/>
                    <a:pt x="8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6947250" y="3671600"/>
              <a:ext cx="10550" cy="9250"/>
            </a:xfrm>
            <a:custGeom>
              <a:rect b="b" l="l" r="r" t="t"/>
              <a:pathLst>
                <a:path extrusionOk="0" h="370" w="422">
                  <a:moveTo>
                    <a:pt x="226" y="1"/>
                  </a:moveTo>
                  <a:cubicBezTo>
                    <a:pt x="203" y="1"/>
                    <a:pt x="180" y="7"/>
                    <a:pt x="158" y="21"/>
                  </a:cubicBezTo>
                  <a:cubicBezTo>
                    <a:pt x="53" y="48"/>
                    <a:pt x="1" y="153"/>
                    <a:pt x="27" y="258"/>
                  </a:cubicBezTo>
                  <a:cubicBezTo>
                    <a:pt x="70" y="323"/>
                    <a:pt x="131" y="370"/>
                    <a:pt x="210" y="370"/>
                  </a:cubicBezTo>
                  <a:cubicBezTo>
                    <a:pt x="227" y="370"/>
                    <a:pt x="245" y="368"/>
                    <a:pt x="264" y="363"/>
                  </a:cubicBezTo>
                  <a:cubicBezTo>
                    <a:pt x="369" y="337"/>
                    <a:pt x="421" y="232"/>
                    <a:pt x="395" y="126"/>
                  </a:cubicBezTo>
                  <a:cubicBezTo>
                    <a:pt x="357" y="49"/>
                    <a:pt x="290" y="1"/>
                    <a:pt x="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6887425" y="3656350"/>
              <a:ext cx="164400" cy="116725"/>
            </a:xfrm>
            <a:custGeom>
              <a:rect b="b" l="l" r="r" t="t"/>
              <a:pathLst>
                <a:path extrusionOk="0" h="4669" w="6576">
                  <a:moveTo>
                    <a:pt x="0" y="1999"/>
                  </a:moveTo>
                  <a:cubicBezTo>
                    <a:pt x="10" y="2013"/>
                    <a:pt x="20" y="2028"/>
                    <a:pt x="30" y="2042"/>
                  </a:cubicBezTo>
                  <a:lnTo>
                    <a:pt x="30" y="2042"/>
                  </a:lnTo>
                  <a:cubicBezTo>
                    <a:pt x="29" y="2028"/>
                    <a:pt x="28" y="2013"/>
                    <a:pt x="27" y="1999"/>
                  </a:cubicBezTo>
                  <a:close/>
                  <a:moveTo>
                    <a:pt x="6023" y="0"/>
                  </a:moveTo>
                  <a:cubicBezTo>
                    <a:pt x="6076" y="868"/>
                    <a:pt x="5892" y="1631"/>
                    <a:pt x="5497" y="2236"/>
                  </a:cubicBezTo>
                  <a:cubicBezTo>
                    <a:pt x="5103" y="2867"/>
                    <a:pt x="4524" y="3288"/>
                    <a:pt x="3866" y="3524"/>
                  </a:cubicBezTo>
                  <a:cubicBezTo>
                    <a:pt x="3544" y="3624"/>
                    <a:pt x="3215" y="3676"/>
                    <a:pt x="2886" y="3676"/>
                  </a:cubicBezTo>
                  <a:cubicBezTo>
                    <a:pt x="2518" y="3676"/>
                    <a:pt x="2150" y="3610"/>
                    <a:pt x="1789" y="3472"/>
                  </a:cubicBezTo>
                  <a:cubicBezTo>
                    <a:pt x="1119" y="3214"/>
                    <a:pt x="500" y="2729"/>
                    <a:pt x="30" y="2042"/>
                  </a:cubicBezTo>
                  <a:lnTo>
                    <a:pt x="30" y="2042"/>
                  </a:lnTo>
                  <a:cubicBezTo>
                    <a:pt x="97" y="2895"/>
                    <a:pt x="619" y="3716"/>
                    <a:pt x="1421" y="4182"/>
                  </a:cubicBezTo>
                  <a:cubicBezTo>
                    <a:pt x="1922" y="4499"/>
                    <a:pt x="2529" y="4668"/>
                    <a:pt x="3142" y="4668"/>
                  </a:cubicBezTo>
                  <a:cubicBezTo>
                    <a:pt x="3493" y="4668"/>
                    <a:pt x="3846" y="4612"/>
                    <a:pt x="4182" y="4497"/>
                  </a:cubicBezTo>
                  <a:cubicBezTo>
                    <a:pt x="5103" y="4208"/>
                    <a:pt x="5865" y="3472"/>
                    <a:pt x="6207" y="2604"/>
                  </a:cubicBezTo>
                  <a:cubicBezTo>
                    <a:pt x="6575" y="1736"/>
                    <a:pt x="6496" y="736"/>
                    <a:pt x="6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5818325" y="3572525"/>
              <a:ext cx="453050" cy="544100"/>
            </a:xfrm>
            <a:custGeom>
              <a:rect b="b" l="l" r="r" t="t"/>
              <a:pathLst>
                <a:path extrusionOk="0" h="21764" w="18122">
                  <a:moveTo>
                    <a:pt x="11714" y="0"/>
                  </a:moveTo>
                  <a:cubicBezTo>
                    <a:pt x="11319" y="0"/>
                    <a:pt x="10920" y="30"/>
                    <a:pt x="10521" y="92"/>
                  </a:cubicBezTo>
                  <a:cubicBezTo>
                    <a:pt x="2420" y="1302"/>
                    <a:pt x="0" y="11585"/>
                    <a:pt x="2972" y="16635"/>
                  </a:cubicBezTo>
                  <a:cubicBezTo>
                    <a:pt x="4393" y="19054"/>
                    <a:pt x="7312" y="20816"/>
                    <a:pt x="10784" y="21763"/>
                  </a:cubicBezTo>
                  <a:cubicBezTo>
                    <a:pt x="10573" y="21553"/>
                    <a:pt x="10363" y="21316"/>
                    <a:pt x="10152" y="21079"/>
                  </a:cubicBezTo>
                  <a:cubicBezTo>
                    <a:pt x="8548" y="19054"/>
                    <a:pt x="7969" y="16450"/>
                    <a:pt x="8075" y="13899"/>
                  </a:cubicBezTo>
                  <a:cubicBezTo>
                    <a:pt x="8101" y="12637"/>
                    <a:pt x="8285" y="11348"/>
                    <a:pt x="8680" y="10138"/>
                  </a:cubicBezTo>
                  <a:cubicBezTo>
                    <a:pt x="9048" y="8981"/>
                    <a:pt x="9626" y="7903"/>
                    <a:pt x="10336" y="6930"/>
                  </a:cubicBezTo>
                  <a:cubicBezTo>
                    <a:pt x="11704" y="5010"/>
                    <a:pt x="13650" y="3485"/>
                    <a:pt x="15886" y="2748"/>
                  </a:cubicBezTo>
                  <a:cubicBezTo>
                    <a:pt x="16622" y="2511"/>
                    <a:pt x="17385" y="2380"/>
                    <a:pt x="18121" y="2327"/>
                  </a:cubicBezTo>
                  <a:cubicBezTo>
                    <a:pt x="16193" y="982"/>
                    <a:pt x="13998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4823525" y="4066625"/>
              <a:ext cx="769300" cy="432000"/>
            </a:xfrm>
            <a:custGeom>
              <a:rect b="b" l="l" r="r" t="t"/>
              <a:pathLst>
                <a:path extrusionOk="0" h="17280" w="30772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8890" y="17279"/>
                    <a:pt x="25959" y="13781"/>
                    <a:pt x="28352" y="11099"/>
                  </a:cubicBezTo>
                  <a:cubicBezTo>
                    <a:pt x="30772" y="844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4823525" y="4066625"/>
              <a:ext cx="545100" cy="367300"/>
            </a:xfrm>
            <a:custGeom>
              <a:rect b="b" l="l" r="r" t="t"/>
              <a:pathLst>
                <a:path extrusionOk="0" h="14692" w="21804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6166" y="13918"/>
                    <a:pt x="9779" y="14692"/>
                    <a:pt x="13701" y="14692"/>
                  </a:cubicBezTo>
                  <a:cubicBezTo>
                    <a:pt x="16430" y="14692"/>
                    <a:pt x="19310" y="14317"/>
                    <a:pt x="21803" y="13755"/>
                  </a:cubicBezTo>
                  <a:lnTo>
                    <a:pt x="21803" y="13755"/>
                  </a:lnTo>
                  <a:cubicBezTo>
                    <a:pt x="21329" y="13788"/>
                    <a:pt x="20853" y="13804"/>
                    <a:pt x="20377" y="13804"/>
                  </a:cubicBezTo>
                  <a:cubicBezTo>
                    <a:pt x="18925" y="13804"/>
                    <a:pt x="17470" y="13651"/>
                    <a:pt x="16044" y="13334"/>
                  </a:cubicBezTo>
                  <a:cubicBezTo>
                    <a:pt x="14755" y="13071"/>
                    <a:pt x="13519" y="12651"/>
                    <a:pt x="12335" y="12072"/>
                  </a:cubicBezTo>
                  <a:cubicBezTo>
                    <a:pt x="11152" y="11520"/>
                    <a:pt x="10021" y="10810"/>
                    <a:pt x="9074" y="9942"/>
                  </a:cubicBezTo>
                  <a:cubicBezTo>
                    <a:pt x="8101" y="9021"/>
                    <a:pt x="7338" y="7943"/>
                    <a:pt x="6944" y="6680"/>
                  </a:cubicBezTo>
                  <a:cubicBezTo>
                    <a:pt x="6523" y="5365"/>
                    <a:pt x="6576" y="3998"/>
                    <a:pt x="6891" y="2657"/>
                  </a:cubicBezTo>
                  <a:cubicBezTo>
                    <a:pt x="7102" y="1815"/>
                    <a:pt x="7338" y="973"/>
                    <a:pt x="7628" y="132"/>
                  </a:cubicBezTo>
                  <a:cubicBezTo>
                    <a:pt x="7391" y="5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4120650" y="3440025"/>
              <a:ext cx="975775" cy="733800"/>
            </a:xfrm>
            <a:custGeom>
              <a:rect b="b" l="l" r="r" t="t"/>
              <a:pathLst>
                <a:path extrusionOk="0" h="29352" w="39031">
                  <a:moveTo>
                    <a:pt x="34533" y="4708"/>
                  </a:moveTo>
                  <a:cubicBezTo>
                    <a:pt x="34533" y="4708"/>
                    <a:pt x="30772" y="5366"/>
                    <a:pt x="26748" y="5497"/>
                  </a:cubicBezTo>
                  <a:cubicBezTo>
                    <a:pt x="22724" y="5629"/>
                    <a:pt x="4893" y="0"/>
                    <a:pt x="2447" y="10520"/>
                  </a:cubicBezTo>
                  <a:cubicBezTo>
                    <a:pt x="1" y="21040"/>
                    <a:pt x="11704" y="29351"/>
                    <a:pt x="17753" y="27458"/>
                  </a:cubicBezTo>
                  <a:cubicBezTo>
                    <a:pt x="23776" y="25538"/>
                    <a:pt x="26616" y="22303"/>
                    <a:pt x="32823" y="22802"/>
                  </a:cubicBezTo>
                  <a:cubicBezTo>
                    <a:pt x="39030" y="23302"/>
                    <a:pt x="34533" y="4708"/>
                    <a:pt x="34533" y="47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4126600" y="3543050"/>
              <a:ext cx="446450" cy="590350"/>
            </a:xfrm>
            <a:custGeom>
              <a:rect b="b" l="l" r="r" t="t"/>
              <a:pathLst>
                <a:path extrusionOk="0" h="23614" w="17858">
                  <a:moveTo>
                    <a:pt x="13310" y="0"/>
                  </a:moveTo>
                  <a:cubicBezTo>
                    <a:pt x="8208" y="0"/>
                    <a:pt x="3397" y="1290"/>
                    <a:pt x="2209" y="6399"/>
                  </a:cubicBezTo>
                  <a:cubicBezTo>
                    <a:pt x="1" y="15896"/>
                    <a:pt x="9322" y="23613"/>
                    <a:pt x="15607" y="23613"/>
                  </a:cubicBezTo>
                  <a:cubicBezTo>
                    <a:pt x="16284" y="23613"/>
                    <a:pt x="16927" y="23523"/>
                    <a:pt x="17515" y="23337"/>
                  </a:cubicBezTo>
                  <a:cubicBezTo>
                    <a:pt x="17621" y="23284"/>
                    <a:pt x="17726" y="23258"/>
                    <a:pt x="17857" y="23205"/>
                  </a:cubicBezTo>
                  <a:cubicBezTo>
                    <a:pt x="16858" y="22784"/>
                    <a:pt x="15885" y="22285"/>
                    <a:pt x="14991" y="21706"/>
                  </a:cubicBezTo>
                  <a:cubicBezTo>
                    <a:pt x="12439" y="20075"/>
                    <a:pt x="10151" y="17682"/>
                    <a:pt x="9126" y="14789"/>
                  </a:cubicBezTo>
                  <a:cubicBezTo>
                    <a:pt x="8600" y="13343"/>
                    <a:pt x="8442" y="11712"/>
                    <a:pt x="8521" y="10187"/>
                  </a:cubicBezTo>
                  <a:cubicBezTo>
                    <a:pt x="8600" y="8793"/>
                    <a:pt x="8941" y="7399"/>
                    <a:pt x="9599" y="6163"/>
                  </a:cubicBezTo>
                  <a:cubicBezTo>
                    <a:pt x="10835" y="3822"/>
                    <a:pt x="13097" y="2297"/>
                    <a:pt x="15411" y="1113"/>
                  </a:cubicBezTo>
                  <a:cubicBezTo>
                    <a:pt x="16043" y="797"/>
                    <a:pt x="16674" y="508"/>
                    <a:pt x="17305" y="219"/>
                  </a:cubicBezTo>
                  <a:cubicBezTo>
                    <a:pt x="15993" y="88"/>
                    <a:pt x="14642" y="0"/>
                    <a:pt x="13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4795250" y="3557725"/>
              <a:ext cx="298200" cy="462900"/>
            </a:xfrm>
            <a:custGeom>
              <a:rect b="b" l="l" r="r" t="t"/>
              <a:pathLst>
                <a:path extrusionOk="0" h="18516" w="11928">
                  <a:moveTo>
                    <a:pt x="7549" y="0"/>
                  </a:moveTo>
                  <a:lnTo>
                    <a:pt x="7549" y="0"/>
                  </a:lnTo>
                  <a:cubicBezTo>
                    <a:pt x="7548" y="0"/>
                    <a:pt x="3945" y="631"/>
                    <a:pt x="1" y="789"/>
                  </a:cubicBezTo>
                  <a:cubicBezTo>
                    <a:pt x="185" y="1262"/>
                    <a:pt x="343" y="1762"/>
                    <a:pt x="500" y="2262"/>
                  </a:cubicBezTo>
                  <a:cubicBezTo>
                    <a:pt x="1079" y="4287"/>
                    <a:pt x="1421" y="6391"/>
                    <a:pt x="1552" y="8495"/>
                  </a:cubicBezTo>
                  <a:cubicBezTo>
                    <a:pt x="1710" y="10678"/>
                    <a:pt x="1684" y="12887"/>
                    <a:pt x="1500" y="15070"/>
                  </a:cubicBezTo>
                  <a:cubicBezTo>
                    <a:pt x="1395" y="16227"/>
                    <a:pt x="1237" y="17358"/>
                    <a:pt x="1053" y="18515"/>
                  </a:cubicBezTo>
                  <a:cubicBezTo>
                    <a:pt x="2163" y="18227"/>
                    <a:pt x="3337" y="18052"/>
                    <a:pt x="4677" y="18052"/>
                  </a:cubicBezTo>
                  <a:cubicBezTo>
                    <a:pt x="5051" y="18052"/>
                    <a:pt x="5437" y="18066"/>
                    <a:pt x="5839" y="18094"/>
                  </a:cubicBezTo>
                  <a:cubicBezTo>
                    <a:pt x="5922" y="18101"/>
                    <a:pt x="6002" y="18104"/>
                    <a:pt x="6081" y="18104"/>
                  </a:cubicBezTo>
                  <a:cubicBezTo>
                    <a:pt x="11928" y="18104"/>
                    <a:pt x="7549" y="0"/>
                    <a:pt x="75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4240325" y="3603075"/>
              <a:ext cx="730500" cy="11925"/>
            </a:xfrm>
            <a:custGeom>
              <a:rect b="b" l="l" r="r" t="t"/>
              <a:pathLst>
                <a:path extrusionOk="0" h="477" w="29220">
                  <a:moveTo>
                    <a:pt x="0" y="1"/>
                  </a:moveTo>
                  <a:cubicBezTo>
                    <a:pt x="8771" y="296"/>
                    <a:pt x="18534" y="477"/>
                    <a:pt x="27430" y="477"/>
                  </a:cubicBezTo>
                  <a:cubicBezTo>
                    <a:pt x="28031" y="477"/>
                    <a:pt x="28628" y="476"/>
                    <a:pt x="29220" y="474"/>
                  </a:cubicBezTo>
                  <a:cubicBezTo>
                    <a:pt x="19857" y="159"/>
                    <a:pt x="9363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4210725" y="3659625"/>
              <a:ext cx="752875" cy="12525"/>
            </a:xfrm>
            <a:custGeom>
              <a:rect b="b" l="l" r="r" t="t"/>
              <a:pathLst>
                <a:path extrusionOk="0" h="501" w="30115">
                  <a:moveTo>
                    <a:pt x="30114" y="1"/>
                  </a:moveTo>
                  <a:cubicBezTo>
                    <a:pt x="20462" y="1"/>
                    <a:pt x="9653" y="185"/>
                    <a:pt x="1" y="500"/>
                  </a:cubicBezTo>
                  <a:cubicBezTo>
                    <a:pt x="9653" y="500"/>
                    <a:pt x="20489" y="316"/>
                    <a:pt x="301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4194950" y="3720125"/>
              <a:ext cx="753525" cy="25650"/>
            </a:xfrm>
            <a:custGeom>
              <a:rect b="b" l="l" r="r" t="t"/>
              <a:pathLst>
                <a:path extrusionOk="0" h="1026" w="30141">
                  <a:moveTo>
                    <a:pt x="30141" y="0"/>
                  </a:moveTo>
                  <a:lnTo>
                    <a:pt x="30141" y="0"/>
                  </a:lnTo>
                  <a:cubicBezTo>
                    <a:pt x="20488" y="158"/>
                    <a:pt x="9653" y="552"/>
                    <a:pt x="1" y="1026"/>
                  </a:cubicBezTo>
                  <a:cubicBezTo>
                    <a:pt x="9653" y="868"/>
                    <a:pt x="20488" y="500"/>
                    <a:pt x="30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4227825" y="3762850"/>
              <a:ext cx="731175" cy="65775"/>
            </a:xfrm>
            <a:custGeom>
              <a:rect b="b" l="l" r="r" t="t"/>
              <a:pathLst>
                <a:path extrusionOk="0" h="2631" w="29247">
                  <a:moveTo>
                    <a:pt x="29246" y="1"/>
                  </a:moveTo>
                  <a:lnTo>
                    <a:pt x="29246" y="1"/>
                  </a:lnTo>
                  <a:cubicBezTo>
                    <a:pt x="19857" y="684"/>
                    <a:pt x="9364" y="1631"/>
                    <a:pt x="1" y="2631"/>
                  </a:cubicBezTo>
                  <a:cubicBezTo>
                    <a:pt x="9390" y="1947"/>
                    <a:pt x="19884" y="1000"/>
                    <a:pt x="29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4288325" y="3809525"/>
              <a:ext cx="675275" cy="101950"/>
            </a:xfrm>
            <a:custGeom>
              <a:rect b="b" l="l" r="r" t="t"/>
              <a:pathLst>
                <a:path extrusionOk="0" h="4078" w="27011">
                  <a:moveTo>
                    <a:pt x="27010" y="1"/>
                  </a:moveTo>
                  <a:lnTo>
                    <a:pt x="27010" y="1"/>
                  </a:lnTo>
                  <a:cubicBezTo>
                    <a:pt x="18331" y="1158"/>
                    <a:pt x="8627" y="2605"/>
                    <a:pt x="0" y="4077"/>
                  </a:cubicBezTo>
                  <a:cubicBezTo>
                    <a:pt x="8679" y="2920"/>
                    <a:pt x="18384" y="1474"/>
                    <a:pt x="270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4288325" y="3854250"/>
              <a:ext cx="679225" cy="143350"/>
            </a:xfrm>
            <a:custGeom>
              <a:rect b="b" l="l" r="r" t="t"/>
              <a:pathLst>
                <a:path extrusionOk="0" h="5734" w="27169">
                  <a:moveTo>
                    <a:pt x="27168" y="0"/>
                  </a:moveTo>
                  <a:lnTo>
                    <a:pt x="27168" y="0"/>
                  </a:lnTo>
                  <a:cubicBezTo>
                    <a:pt x="18410" y="1684"/>
                    <a:pt x="8653" y="3735"/>
                    <a:pt x="0" y="5734"/>
                  </a:cubicBezTo>
                  <a:cubicBezTo>
                    <a:pt x="8732" y="4051"/>
                    <a:pt x="18489" y="1999"/>
                    <a:pt x="27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4360650" y="3906200"/>
              <a:ext cx="623325" cy="144675"/>
            </a:xfrm>
            <a:custGeom>
              <a:rect b="b" l="l" r="r" t="t"/>
              <a:pathLst>
                <a:path extrusionOk="0" h="5787" w="24933">
                  <a:moveTo>
                    <a:pt x="24933" y="0"/>
                  </a:moveTo>
                  <a:cubicBezTo>
                    <a:pt x="16911" y="1710"/>
                    <a:pt x="7943" y="3787"/>
                    <a:pt x="0" y="5786"/>
                  </a:cubicBezTo>
                  <a:cubicBezTo>
                    <a:pt x="8022" y="4103"/>
                    <a:pt x="16990" y="1999"/>
                    <a:pt x="24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4441525" y="3956150"/>
              <a:ext cx="499725" cy="148625"/>
            </a:xfrm>
            <a:custGeom>
              <a:rect b="b" l="l" r="r" t="t"/>
              <a:pathLst>
                <a:path extrusionOk="0" h="5945" w="19989">
                  <a:moveTo>
                    <a:pt x="19988" y="1"/>
                  </a:moveTo>
                  <a:lnTo>
                    <a:pt x="19988" y="1"/>
                  </a:lnTo>
                  <a:cubicBezTo>
                    <a:pt x="13492" y="1763"/>
                    <a:pt x="6391" y="3867"/>
                    <a:pt x="0" y="5945"/>
                  </a:cubicBezTo>
                  <a:cubicBezTo>
                    <a:pt x="6496" y="4183"/>
                    <a:pt x="13597" y="2079"/>
                    <a:pt x="19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1" name="Google Shape;351;p19"/>
          <p:cNvGrpSpPr/>
          <p:nvPr/>
        </p:nvGrpSpPr>
        <p:grpSpPr>
          <a:xfrm flipH="1">
            <a:off x="1723014" y="2842480"/>
            <a:ext cx="1731666" cy="962836"/>
            <a:chOff x="4120650" y="2919800"/>
            <a:chExt cx="3306600" cy="1838525"/>
          </a:xfrm>
        </p:grpSpPr>
        <p:sp>
          <p:nvSpPr>
            <p:cNvPr id="352" name="Google Shape;352;p19"/>
            <p:cNvSpPr/>
            <p:nvPr/>
          </p:nvSpPr>
          <p:spPr>
            <a:xfrm>
              <a:off x="5903150" y="4323050"/>
              <a:ext cx="561525" cy="435275"/>
            </a:xfrm>
            <a:custGeom>
              <a:rect b="b" l="l" r="r" t="t"/>
              <a:pathLst>
                <a:path extrusionOk="0" h="17411" w="22461">
                  <a:moveTo>
                    <a:pt x="22460" y="1210"/>
                  </a:moveTo>
                  <a:cubicBezTo>
                    <a:pt x="22460" y="1210"/>
                    <a:pt x="14781" y="17411"/>
                    <a:pt x="11073" y="15807"/>
                  </a:cubicBezTo>
                  <a:cubicBezTo>
                    <a:pt x="7338" y="14229"/>
                    <a:pt x="6812" y="6707"/>
                    <a:pt x="6812" y="6707"/>
                  </a:cubicBezTo>
                  <a:cubicBezTo>
                    <a:pt x="6812" y="6707"/>
                    <a:pt x="0" y="8416"/>
                    <a:pt x="316" y="4208"/>
                  </a:cubicBezTo>
                  <a:cubicBezTo>
                    <a:pt x="658" y="0"/>
                    <a:pt x="22460" y="1210"/>
                    <a:pt x="22460" y="12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5906675" y="4372350"/>
              <a:ext cx="430450" cy="348650"/>
            </a:xfrm>
            <a:custGeom>
              <a:rect b="b" l="l" r="r" t="t"/>
              <a:pathLst>
                <a:path extrusionOk="0" h="13946" w="17218">
                  <a:moveTo>
                    <a:pt x="3699" y="1"/>
                  </a:moveTo>
                  <a:cubicBezTo>
                    <a:pt x="1648" y="500"/>
                    <a:pt x="254" y="1184"/>
                    <a:pt x="175" y="2236"/>
                  </a:cubicBezTo>
                  <a:cubicBezTo>
                    <a:pt x="1" y="4558"/>
                    <a:pt x="1996" y="5078"/>
                    <a:pt x="3820" y="5078"/>
                  </a:cubicBezTo>
                  <a:cubicBezTo>
                    <a:pt x="5302" y="5078"/>
                    <a:pt x="6671" y="4735"/>
                    <a:pt x="6671" y="4735"/>
                  </a:cubicBezTo>
                  <a:cubicBezTo>
                    <a:pt x="6671" y="4735"/>
                    <a:pt x="7197" y="12257"/>
                    <a:pt x="10932" y="13835"/>
                  </a:cubicBezTo>
                  <a:cubicBezTo>
                    <a:pt x="11108" y="13910"/>
                    <a:pt x="11292" y="13946"/>
                    <a:pt x="11484" y="13946"/>
                  </a:cubicBezTo>
                  <a:cubicBezTo>
                    <a:pt x="13100" y="13946"/>
                    <a:pt x="15243" y="11402"/>
                    <a:pt x="17217" y="8417"/>
                  </a:cubicBezTo>
                  <a:lnTo>
                    <a:pt x="17217" y="8417"/>
                  </a:lnTo>
                  <a:cubicBezTo>
                    <a:pt x="16928" y="8496"/>
                    <a:pt x="16639" y="8548"/>
                    <a:pt x="16349" y="8601"/>
                  </a:cubicBezTo>
                  <a:cubicBezTo>
                    <a:pt x="15945" y="8667"/>
                    <a:pt x="15527" y="8706"/>
                    <a:pt x="15109" y="8706"/>
                  </a:cubicBezTo>
                  <a:cubicBezTo>
                    <a:pt x="14358" y="8706"/>
                    <a:pt x="13606" y="8580"/>
                    <a:pt x="12930" y="8259"/>
                  </a:cubicBezTo>
                  <a:cubicBezTo>
                    <a:pt x="11773" y="7680"/>
                    <a:pt x="10932" y="6576"/>
                    <a:pt x="10327" y="5445"/>
                  </a:cubicBezTo>
                  <a:cubicBezTo>
                    <a:pt x="9643" y="4235"/>
                    <a:pt x="9327" y="2894"/>
                    <a:pt x="9222" y="1500"/>
                  </a:cubicBezTo>
                  <a:cubicBezTo>
                    <a:pt x="8512" y="1552"/>
                    <a:pt x="7828" y="1815"/>
                    <a:pt x="7144" y="1973"/>
                  </a:cubicBezTo>
                  <a:cubicBezTo>
                    <a:pt x="6815" y="2063"/>
                    <a:pt x="6461" y="2127"/>
                    <a:pt x="6105" y="2127"/>
                  </a:cubicBezTo>
                  <a:cubicBezTo>
                    <a:pt x="5835" y="2127"/>
                    <a:pt x="5564" y="2090"/>
                    <a:pt x="5303" y="2000"/>
                  </a:cubicBezTo>
                  <a:cubicBezTo>
                    <a:pt x="4725" y="1789"/>
                    <a:pt x="4330" y="1342"/>
                    <a:pt x="4041" y="790"/>
                  </a:cubicBezTo>
                  <a:cubicBezTo>
                    <a:pt x="3909" y="553"/>
                    <a:pt x="3804" y="290"/>
                    <a:pt x="3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4948450" y="2943600"/>
              <a:ext cx="1595125" cy="687775"/>
            </a:xfrm>
            <a:custGeom>
              <a:rect b="b" l="l" r="r" t="t"/>
              <a:pathLst>
                <a:path extrusionOk="0" h="27511" w="63805">
                  <a:moveTo>
                    <a:pt x="3919" y="27511"/>
                  </a:moveTo>
                  <a:cubicBezTo>
                    <a:pt x="3972" y="27011"/>
                    <a:pt x="1" y="17043"/>
                    <a:pt x="2657" y="11336"/>
                  </a:cubicBezTo>
                  <a:cubicBezTo>
                    <a:pt x="5313" y="5629"/>
                    <a:pt x="25932" y="10258"/>
                    <a:pt x="25932" y="10258"/>
                  </a:cubicBezTo>
                  <a:lnTo>
                    <a:pt x="31850" y="13098"/>
                  </a:lnTo>
                  <a:lnTo>
                    <a:pt x="35453" y="12677"/>
                  </a:lnTo>
                  <a:cubicBezTo>
                    <a:pt x="35453" y="12677"/>
                    <a:pt x="36347" y="5839"/>
                    <a:pt x="39082" y="2920"/>
                  </a:cubicBezTo>
                  <a:cubicBezTo>
                    <a:pt x="41818" y="1"/>
                    <a:pt x="48892" y="869"/>
                    <a:pt x="48892" y="869"/>
                  </a:cubicBezTo>
                  <a:cubicBezTo>
                    <a:pt x="48892" y="869"/>
                    <a:pt x="60359" y="1368"/>
                    <a:pt x="62069" y="12046"/>
                  </a:cubicBezTo>
                  <a:cubicBezTo>
                    <a:pt x="63804" y="22724"/>
                    <a:pt x="3919" y="27511"/>
                    <a:pt x="3919" y="275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4977375" y="3087400"/>
              <a:ext cx="619400" cy="291500"/>
            </a:xfrm>
            <a:custGeom>
              <a:rect b="b" l="l" r="r" t="t"/>
              <a:pathLst>
                <a:path extrusionOk="0" h="11660" w="24776">
                  <a:moveTo>
                    <a:pt x="6999" y="1"/>
                  </a:moveTo>
                  <a:cubicBezTo>
                    <a:pt x="5273" y="1"/>
                    <a:pt x="3793" y="282"/>
                    <a:pt x="2789" y="982"/>
                  </a:cubicBezTo>
                  <a:cubicBezTo>
                    <a:pt x="132" y="2823"/>
                    <a:pt x="1" y="7557"/>
                    <a:pt x="500" y="11659"/>
                  </a:cubicBezTo>
                  <a:cubicBezTo>
                    <a:pt x="790" y="10739"/>
                    <a:pt x="1184" y="9871"/>
                    <a:pt x="1684" y="9056"/>
                  </a:cubicBezTo>
                  <a:cubicBezTo>
                    <a:pt x="2973" y="6899"/>
                    <a:pt x="5103" y="5295"/>
                    <a:pt x="7391" y="4295"/>
                  </a:cubicBezTo>
                  <a:cubicBezTo>
                    <a:pt x="9361" y="3465"/>
                    <a:pt x="11481" y="3127"/>
                    <a:pt x="13597" y="3127"/>
                  </a:cubicBezTo>
                  <a:cubicBezTo>
                    <a:pt x="13825" y="3127"/>
                    <a:pt x="14054" y="3131"/>
                    <a:pt x="14282" y="3138"/>
                  </a:cubicBezTo>
                  <a:cubicBezTo>
                    <a:pt x="15544" y="3165"/>
                    <a:pt x="16780" y="3296"/>
                    <a:pt x="18016" y="3454"/>
                  </a:cubicBezTo>
                  <a:cubicBezTo>
                    <a:pt x="19436" y="3638"/>
                    <a:pt x="20830" y="3848"/>
                    <a:pt x="22224" y="4059"/>
                  </a:cubicBezTo>
                  <a:cubicBezTo>
                    <a:pt x="23092" y="4190"/>
                    <a:pt x="23934" y="4348"/>
                    <a:pt x="24775" y="4506"/>
                  </a:cubicBezTo>
                  <a:cubicBezTo>
                    <a:pt x="22958" y="3762"/>
                    <a:pt x="13320" y="1"/>
                    <a:pt x="6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5881450" y="2919800"/>
              <a:ext cx="524700" cy="159925"/>
            </a:xfrm>
            <a:custGeom>
              <a:rect b="b" l="l" r="r" t="t"/>
              <a:pathLst>
                <a:path extrusionOk="0" h="6397" w="20988">
                  <a:moveTo>
                    <a:pt x="10106" y="0"/>
                  </a:moveTo>
                  <a:cubicBezTo>
                    <a:pt x="9881" y="0"/>
                    <a:pt x="9651" y="11"/>
                    <a:pt x="9416" y="32"/>
                  </a:cubicBezTo>
                  <a:cubicBezTo>
                    <a:pt x="5760" y="374"/>
                    <a:pt x="1894" y="585"/>
                    <a:pt x="0" y="6397"/>
                  </a:cubicBezTo>
                  <a:cubicBezTo>
                    <a:pt x="710" y="5608"/>
                    <a:pt x="1473" y="4898"/>
                    <a:pt x="2341" y="4319"/>
                  </a:cubicBezTo>
                  <a:cubicBezTo>
                    <a:pt x="4051" y="3188"/>
                    <a:pt x="6155" y="2820"/>
                    <a:pt x="8180" y="2794"/>
                  </a:cubicBezTo>
                  <a:cubicBezTo>
                    <a:pt x="8246" y="2793"/>
                    <a:pt x="8313" y="2793"/>
                    <a:pt x="8380" y="2793"/>
                  </a:cubicBezTo>
                  <a:cubicBezTo>
                    <a:pt x="10417" y="2793"/>
                    <a:pt x="12454" y="3175"/>
                    <a:pt x="14465" y="3557"/>
                  </a:cubicBezTo>
                  <a:cubicBezTo>
                    <a:pt x="16675" y="4004"/>
                    <a:pt x="18884" y="4556"/>
                    <a:pt x="20988" y="5450"/>
                  </a:cubicBezTo>
                  <a:cubicBezTo>
                    <a:pt x="20357" y="4714"/>
                    <a:pt x="19699" y="4135"/>
                    <a:pt x="18989" y="3925"/>
                  </a:cubicBezTo>
                  <a:cubicBezTo>
                    <a:pt x="16255" y="3055"/>
                    <a:pt x="13967" y="0"/>
                    <a:pt x="10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4941225" y="3027775"/>
              <a:ext cx="2486025" cy="1581300"/>
            </a:xfrm>
            <a:custGeom>
              <a:rect b="b" l="l" r="r" t="t"/>
              <a:pathLst>
                <a:path extrusionOk="0" h="63252" w="99441">
                  <a:moveTo>
                    <a:pt x="1710" y="21198"/>
                  </a:moveTo>
                  <a:cubicBezTo>
                    <a:pt x="1710" y="21198"/>
                    <a:pt x="20646" y="10441"/>
                    <a:pt x="34059" y="8206"/>
                  </a:cubicBezTo>
                  <a:cubicBezTo>
                    <a:pt x="47446" y="5970"/>
                    <a:pt x="81977" y="0"/>
                    <a:pt x="95364" y="31587"/>
                  </a:cubicBezTo>
                  <a:cubicBezTo>
                    <a:pt x="95364" y="31587"/>
                    <a:pt x="97389" y="30508"/>
                    <a:pt x="97416" y="31797"/>
                  </a:cubicBezTo>
                  <a:cubicBezTo>
                    <a:pt x="97468" y="33059"/>
                    <a:pt x="99441" y="42527"/>
                    <a:pt x="61463" y="52890"/>
                  </a:cubicBezTo>
                  <a:cubicBezTo>
                    <a:pt x="23486" y="63252"/>
                    <a:pt x="0" y="39292"/>
                    <a:pt x="0" y="39292"/>
                  </a:cubicBezTo>
                  <a:lnTo>
                    <a:pt x="1710" y="211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5621725" y="3223700"/>
              <a:ext cx="326150" cy="1188800"/>
            </a:xfrm>
            <a:custGeom>
              <a:rect b="b" l="l" r="r" t="t"/>
              <a:pathLst>
                <a:path extrusionOk="0" h="47552" w="13046">
                  <a:moveTo>
                    <a:pt x="8969" y="1"/>
                  </a:moveTo>
                  <a:cubicBezTo>
                    <a:pt x="8206" y="132"/>
                    <a:pt x="7496" y="264"/>
                    <a:pt x="6839" y="369"/>
                  </a:cubicBezTo>
                  <a:cubicBezTo>
                    <a:pt x="4656" y="737"/>
                    <a:pt x="2341" y="1316"/>
                    <a:pt x="1" y="2052"/>
                  </a:cubicBezTo>
                  <a:cubicBezTo>
                    <a:pt x="579" y="3867"/>
                    <a:pt x="1105" y="5708"/>
                    <a:pt x="1579" y="7549"/>
                  </a:cubicBezTo>
                  <a:cubicBezTo>
                    <a:pt x="2578" y="11520"/>
                    <a:pt x="3341" y="15544"/>
                    <a:pt x="3762" y="19594"/>
                  </a:cubicBezTo>
                  <a:cubicBezTo>
                    <a:pt x="4182" y="23802"/>
                    <a:pt x="4182" y="28010"/>
                    <a:pt x="3946" y="32218"/>
                  </a:cubicBezTo>
                  <a:cubicBezTo>
                    <a:pt x="3683" y="36742"/>
                    <a:pt x="3236" y="41292"/>
                    <a:pt x="2315" y="45763"/>
                  </a:cubicBezTo>
                  <a:cubicBezTo>
                    <a:pt x="2289" y="45947"/>
                    <a:pt x="2236" y="46131"/>
                    <a:pt x="2184" y="46315"/>
                  </a:cubicBezTo>
                  <a:cubicBezTo>
                    <a:pt x="5156" y="46920"/>
                    <a:pt x="8312" y="47367"/>
                    <a:pt x="11678" y="47551"/>
                  </a:cubicBezTo>
                  <a:cubicBezTo>
                    <a:pt x="11783" y="47051"/>
                    <a:pt x="11862" y="46525"/>
                    <a:pt x="11941" y="46026"/>
                  </a:cubicBezTo>
                  <a:cubicBezTo>
                    <a:pt x="12756" y="41081"/>
                    <a:pt x="12783" y="36111"/>
                    <a:pt x="12914" y="31114"/>
                  </a:cubicBezTo>
                  <a:cubicBezTo>
                    <a:pt x="13046" y="26248"/>
                    <a:pt x="13019" y="21383"/>
                    <a:pt x="12599" y="16517"/>
                  </a:cubicBezTo>
                  <a:cubicBezTo>
                    <a:pt x="12388" y="14097"/>
                    <a:pt x="12073" y="11678"/>
                    <a:pt x="11652" y="9285"/>
                  </a:cubicBezTo>
                  <a:cubicBezTo>
                    <a:pt x="11231" y="6970"/>
                    <a:pt x="10731" y="4708"/>
                    <a:pt x="9942" y="2499"/>
                  </a:cubicBezTo>
                  <a:cubicBezTo>
                    <a:pt x="9653" y="1658"/>
                    <a:pt x="9311" y="842"/>
                    <a:pt x="89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6561300" y="3298000"/>
              <a:ext cx="484600" cy="1000750"/>
            </a:xfrm>
            <a:custGeom>
              <a:rect b="b" l="l" r="r" t="t"/>
              <a:pathLst>
                <a:path extrusionOk="0" h="40030" w="19384">
                  <a:moveTo>
                    <a:pt x="11310" y="1"/>
                  </a:moveTo>
                  <a:cubicBezTo>
                    <a:pt x="9390" y="1789"/>
                    <a:pt x="7706" y="3814"/>
                    <a:pt x="6286" y="6050"/>
                  </a:cubicBezTo>
                  <a:cubicBezTo>
                    <a:pt x="4261" y="9232"/>
                    <a:pt x="2762" y="12730"/>
                    <a:pt x="1736" y="16359"/>
                  </a:cubicBezTo>
                  <a:cubicBezTo>
                    <a:pt x="658" y="20252"/>
                    <a:pt x="1" y="24275"/>
                    <a:pt x="369" y="28299"/>
                  </a:cubicBezTo>
                  <a:cubicBezTo>
                    <a:pt x="711" y="32297"/>
                    <a:pt x="1947" y="36137"/>
                    <a:pt x="3577" y="39766"/>
                  </a:cubicBezTo>
                  <a:cubicBezTo>
                    <a:pt x="3630" y="39871"/>
                    <a:pt x="3656" y="39950"/>
                    <a:pt x="3709" y="40029"/>
                  </a:cubicBezTo>
                  <a:cubicBezTo>
                    <a:pt x="6707" y="39109"/>
                    <a:pt x="9416" y="38188"/>
                    <a:pt x="11836" y="37268"/>
                  </a:cubicBezTo>
                  <a:cubicBezTo>
                    <a:pt x="11178" y="35532"/>
                    <a:pt x="10678" y="33770"/>
                    <a:pt x="10389" y="31929"/>
                  </a:cubicBezTo>
                  <a:cubicBezTo>
                    <a:pt x="10126" y="30140"/>
                    <a:pt x="10100" y="28326"/>
                    <a:pt x="10310" y="26511"/>
                  </a:cubicBezTo>
                  <a:cubicBezTo>
                    <a:pt x="10521" y="24749"/>
                    <a:pt x="10810" y="22987"/>
                    <a:pt x="11178" y="21225"/>
                  </a:cubicBezTo>
                  <a:cubicBezTo>
                    <a:pt x="11888" y="17727"/>
                    <a:pt x="12966" y="14229"/>
                    <a:pt x="14702" y="11073"/>
                  </a:cubicBezTo>
                  <a:cubicBezTo>
                    <a:pt x="15097" y="10336"/>
                    <a:pt x="15518" y="9600"/>
                    <a:pt x="16017" y="8916"/>
                  </a:cubicBezTo>
                  <a:cubicBezTo>
                    <a:pt x="16464" y="8285"/>
                    <a:pt x="16990" y="7706"/>
                    <a:pt x="17516" y="7154"/>
                  </a:cubicBezTo>
                  <a:cubicBezTo>
                    <a:pt x="18095" y="6549"/>
                    <a:pt x="18674" y="5997"/>
                    <a:pt x="19200" y="5392"/>
                  </a:cubicBezTo>
                  <a:lnTo>
                    <a:pt x="19384" y="5182"/>
                  </a:lnTo>
                  <a:cubicBezTo>
                    <a:pt x="16859" y="3051"/>
                    <a:pt x="14150" y="1342"/>
                    <a:pt x="113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6828900" y="3560450"/>
              <a:ext cx="274875" cy="262700"/>
            </a:xfrm>
            <a:custGeom>
              <a:rect b="b" l="l" r="r" t="t"/>
              <a:pathLst>
                <a:path extrusionOk="0" h="10508" w="10995">
                  <a:moveTo>
                    <a:pt x="5488" y="1"/>
                  </a:moveTo>
                  <a:cubicBezTo>
                    <a:pt x="2799" y="1"/>
                    <a:pt x="512" y="2052"/>
                    <a:pt x="264" y="4783"/>
                  </a:cubicBezTo>
                  <a:cubicBezTo>
                    <a:pt x="1" y="7676"/>
                    <a:pt x="2131" y="10227"/>
                    <a:pt x="5024" y="10490"/>
                  </a:cubicBezTo>
                  <a:cubicBezTo>
                    <a:pt x="5171" y="10502"/>
                    <a:pt x="5318" y="10508"/>
                    <a:pt x="5463" y="10508"/>
                  </a:cubicBezTo>
                  <a:cubicBezTo>
                    <a:pt x="8171" y="10508"/>
                    <a:pt x="10481" y="8450"/>
                    <a:pt x="10731" y="5730"/>
                  </a:cubicBezTo>
                  <a:cubicBezTo>
                    <a:pt x="10994" y="2837"/>
                    <a:pt x="8864" y="286"/>
                    <a:pt x="5971" y="23"/>
                  </a:cubicBezTo>
                  <a:cubicBezTo>
                    <a:pt x="5809" y="8"/>
                    <a:pt x="5648" y="1"/>
                    <a:pt x="5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6853900" y="3592650"/>
              <a:ext cx="225525" cy="197750"/>
            </a:xfrm>
            <a:custGeom>
              <a:rect b="b" l="l" r="r" t="t"/>
              <a:pathLst>
                <a:path extrusionOk="0" h="7910" w="9021">
                  <a:moveTo>
                    <a:pt x="4510" y="1"/>
                  </a:moveTo>
                  <a:cubicBezTo>
                    <a:pt x="3055" y="1"/>
                    <a:pt x="1663" y="799"/>
                    <a:pt x="973" y="2180"/>
                  </a:cubicBezTo>
                  <a:cubicBezTo>
                    <a:pt x="0" y="4126"/>
                    <a:pt x="789" y="6519"/>
                    <a:pt x="2735" y="7492"/>
                  </a:cubicBezTo>
                  <a:cubicBezTo>
                    <a:pt x="3301" y="7775"/>
                    <a:pt x="3902" y="7909"/>
                    <a:pt x="4494" y="7909"/>
                  </a:cubicBezTo>
                  <a:cubicBezTo>
                    <a:pt x="5940" y="7909"/>
                    <a:pt x="7331" y="7111"/>
                    <a:pt x="8022" y="5730"/>
                  </a:cubicBezTo>
                  <a:cubicBezTo>
                    <a:pt x="9021" y="3784"/>
                    <a:pt x="8232" y="1417"/>
                    <a:pt x="6286" y="418"/>
                  </a:cubicBezTo>
                  <a:cubicBezTo>
                    <a:pt x="5713" y="135"/>
                    <a:pt x="5106" y="1"/>
                    <a:pt x="4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6892025" y="3625775"/>
              <a:ext cx="42750" cy="38150"/>
            </a:xfrm>
            <a:custGeom>
              <a:rect b="b" l="l" r="r" t="t"/>
              <a:pathLst>
                <a:path extrusionOk="0" h="1526" w="1710">
                  <a:moveTo>
                    <a:pt x="869" y="1"/>
                  </a:moveTo>
                  <a:cubicBezTo>
                    <a:pt x="791" y="1"/>
                    <a:pt x="711" y="13"/>
                    <a:pt x="632" y="40"/>
                  </a:cubicBezTo>
                  <a:cubicBezTo>
                    <a:pt x="237" y="171"/>
                    <a:pt x="0" y="618"/>
                    <a:pt x="132" y="1013"/>
                  </a:cubicBezTo>
                  <a:cubicBezTo>
                    <a:pt x="237" y="1328"/>
                    <a:pt x="543" y="1525"/>
                    <a:pt x="863" y="1525"/>
                  </a:cubicBezTo>
                  <a:cubicBezTo>
                    <a:pt x="944" y="1525"/>
                    <a:pt x="1026" y="1513"/>
                    <a:pt x="1105" y="1486"/>
                  </a:cubicBezTo>
                  <a:cubicBezTo>
                    <a:pt x="1500" y="1355"/>
                    <a:pt x="1710" y="934"/>
                    <a:pt x="1578" y="539"/>
                  </a:cubicBezTo>
                  <a:cubicBezTo>
                    <a:pt x="1473" y="203"/>
                    <a:pt x="1183" y="1"/>
                    <a:pt x="8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6947250" y="3671600"/>
              <a:ext cx="10550" cy="9250"/>
            </a:xfrm>
            <a:custGeom>
              <a:rect b="b" l="l" r="r" t="t"/>
              <a:pathLst>
                <a:path extrusionOk="0" h="370" w="422">
                  <a:moveTo>
                    <a:pt x="226" y="1"/>
                  </a:moveTo>
                  <a:cubicBezTo>
                    <a:pt x="203" y="1"/>
                    <a:pt x="180" y="7"/>
                    <a:pt x="158" y="21"/>
                  </a:cubicBezTo>
                  <a:cubicBezTo>
                    <a:pt x="53" y="48"/>
                    <a:pt x="1" y="153"/>
                    <a:pt x="27" y="258"/>
                  </a:cubicBezTo>
                  <a:cubicBezTo>
                    <a:pt x="70" y="323"/>
                    <a:pt x="131" y="370"/>
                    <a:pt x="210" y="370"/>
                  </a:cubicBezTo>
                  <a:cubicBezTo>
                    <a:pt x="227" y="370"/>
                    <a:pt x="245" y="368"/>
                    <a:pt x="264" y="363"/>
                  </a:cubicBezTo>
                  <a:cubicBezTo>
                    <a:pt x="369" y="337"/>
                    <a:pt x="421" y="232"/>
                    <a:pt x="395" y="126"/>
                  </a:cubicBezTo>
                  <a:cubicBezTo>
                    <a:pt x="357" y="49"/>
                    <a:pt x="290" y="1"/>
                    <a:pt x="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6887425" y="3656350"/>
              <a:ext cx="164400" cy="116725"/>
            </a:xfrm>
            <a:custGeom>
              <a:rect b="b" l="l" r="r" t="t"/>
              <a:pathLst>
                <a:path extrusionOk="0" h="4669" w="6576">
                  <a:moveTo>
                    <a:pt x="0" y="1999"/>
                  </a:moveTo>
                  <a:cubicBezTo>
                    <a:pt x="10" y="2013"/>
                    <a:pt x="20" y="2028"/>
                    <a:pt x="30" y="2042"/>
                  </a:cubicBezTo>
                  <a:lnTo>
                    <a:pt x="30" y="2042"/>
                  </a:lnTo>
                  <a:cubicBezTo>
                    <a:pt x="29" y="2028"/>
                    <a:pt x="28" y="2013"/>
                    <a:pt x="27" y="1999"/>
                  </a:cubicBezTo>
                  <a:close/>
                  <a:moveTo>
                    <a:pt x="6023" y="0"/>
                  </a:moveTo>
                  <a:cubicBezTo>
                    <a:pt x="6076" y="868"/>
                    <a:pt x="5892" y="1631"/>
                    <a:pt x="5497" y="2236"/>
                  </a:cubicBezTo>
                  <a:cubicBezTo>
                    <a:pt x="5103" y="2867"/>
                    <a:pt x="4524" y="3288"/>
                    <a:pt x="3866" y="3524"/>
                  </a:cubicBezTo>
                  <a:cubicBezTo>
                    <a:pt x="3544" y="3624"/>
                    <a:pt x="3215" y="3676"/>
                    <a:pt x="2886" y="3676"/>
                  </a:cubicBezTo>
                  <a:cubicBezTo>
                    <a:pt x="2518" y="3676"/>
                    <a:pt x="2150" y="3610"/>
                    <a:pt x="1789" y="3472"/>
                  </a:cubicBezTo>
                  <a:cubicBezTo>
                    <a:pt x="1119" y="3214"/>
                    <a:pt x="500" y="2729"/>
                    <a:pt x="30" y="2042"/>
                  </a:cubicBezTo>
                  <a:lnTo>
                    <a:pt x="30" y="2042"/>
                  </a:lnTo>
                  <a:cubicBezTo>
                    <a:pt x="97" y="2895"/>
                    <a:pt x="619" y="3716"/>
                    <a:pt x="1421" y="4182"/>
                  </a:cubicBezTo>
                  <a:cubicBezTo>
                    <a:pt x="1922" y="4499"/>
                    <a:pt x="2529" y="4668"/>
                    <a:pt x="3142" y="4668"/>
                  </a:cubicBezTo>
                  <a:cubicBezTo>
                    <a:pt x="3493" y="4668"/>
                    <a:pt x="3846" y="4612"/>
                    <a:pt x="4182" y="4497"/>
                  </a:cubicBezTo>
                  <a:cubicBezTo>
                    <a:pt x="5103" y="4208"/>
                    <a:pt x="5865" y="3472"/>
                    <a:pt x="6207" y="2604"/>
                  </a:cubicBezTo>
                  <a:cubicBezTo>
                    <a:pt x="6575" y="1736"/>
                    <a:pt x="6496" y="736"/>
                    <a:pt x="6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5818325" y="3572525"/>
              <a:ext cx="453050" cy="544100"/>
            </a:xfrm>
            <a:custGeom>
              <a:rect b="b" l="l" r="r" t="t"/>
              <a:pathLst>
                <a:path extrusionOk="0" h="21764" w="18122">
                  <a:moveTo>
                    <a:pt x="11714" y="0"/>
                  </a:moveTo>
                  <a:cubicBezTo>
                    <a:pt x="11319" y="0"/>
                    <a:pt x="10920" y="30"/>
                    <a:pt x="10521" y="92"/>
                  </a:cubicBezTo>
                  <a:cubicBezTo>
                    <a:pt x="2420" y="1302"/>
                    <a:pt x="0" y="11585"/>
                    <a:pt x="2972" y="16635"/>
                  </a:cubicBezTo>
                  <a:cubicBezTo>
                    <a:pt x="4393" y="19054"/>
                    <a:pt x="7312" y="20816"/>
                    <a:pt x="10784" y="21763"/>
                  </a:cubicBezTo>
                  <a:cubicBezTo>
                    <a:pt x="10573" y="21553"/>
                    <a:pt x="10363" y="21316"/>
                    <a:pt x="10152" y="21079"/>
                  </a:cubicBezTo>
                  <a:cubicBezTo>
                    <a:pt x="8548" y="19054"/>
                    <a:pt x="7969" y="16450"/>
                    <a:pt x="8075" y="13899"/>
                  </a:cubicBezTo>
                  <a:cubicBezTo>
                    <a:pt x="8101" y="12637"/>
                    <a:pt x="8285" y="11348"/>
                    <a:pt x="8680" y="10138"/>
                  </a:cubicBezTo>
                  <a:cubicBezTo>
                    <a:pt x="9048" y="8981"/>
                    <a:pt x="9626" y="7903"/>
                    <a:pt x="10336" y="6930"/>
                  </a:cubicBezTo>
                  <a:cubicBezTo>
                    <a:pt x="11704" y="5010"/>
                    <a:pt x="13650" y="3485"/>
                    <a:pt x="15886" y="2748"/>
                  </a:cubicBezTo>
                  <a:cubicBezTo>
                    <a:pt x="16622" y="2511"/>
                    <a:pt x="17385" y="2380"/>
                    <a:pt x="18121" y="2327"/>
                  </a:cubicBezTo>
                  <a:cubicBezTo>
                    <a:pt x="16193" y="982"/>
                    <a:pt x="13998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4823525" y="4066625"/>
              <a:ext cx="769300" cy="432000"/>
            </a:xfrm>
            <a:custGeom>
              <a:rect b="b" l="l" r="r" t="t"/>
              <a:pathLst>
                <a:path extrusionOk="0" h="17280" w="30772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8890" y="17279"/>
                    <a:pt x="25959" y="13781"/>
                    <a:pt x="28352" y="11099"/>
                  </a:cubicBezTo>
                  <a:cubicBezTo>
                    <a:pt x="30772" y="844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4823525" y="4066625"/>
              <a:ext cx="545100" cy="367300"/>
            </a:xfrm>
            <a:custGeom>
              <a:rect b="b" l="l" r="r" t="t"/>
              <a:pathLst>
                <a:path extrusionOk="0" h="14692" w="21804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6166" y="13918"/>
                    <a:pt x="9779" y="14692"/>
                    <a:pt x="13701" y="14692"/>
                  </a:cubicBezTo>
                  <a:cubicBezTo>
                    <a:pt x="16430" y="14692"/>
                    <a:pt x="19310" y="14317"/>
                    <a:pt x="21803" y="13755"/>
                  </a:cubicBezTo>
                  <a:lnTo>
                    <a:pt x="21803" y="13755"/>
                  </a:lnTo>
                  <a:cubicBezTo>
                    <a:pt x="21329" y="13788"/>
                    <a:pt x="20853" y="13804"/>
                    <a:pt x="20377" y="13804"/>
                  </a:cubicBezTo>
                  <a:cubicBezTo>
                    <a:pt x="18925" y="13804"/>
                    <a:pt x="17470" y="13651"/>
                    <a:pt x="16044" y="13334"/>
                  </a:cubicBezTo>
                  <a:cubicBezTo>
                    <a:pt x="14755" y="13071"/>
                    <a:pt x="13519" y="12651"/>
                    <a:pt x="12335" y="12072"/>
                  </a:cubicBezTo>
                  <a:cubicBezTo>
                    <a:pt x="11152" y="11520"/>
                    <a:pt x="10021" y="10810"/>
                    <a:pt x="9074" y="9942"/>
                  </a:cubicBezTo>
                  <a:cubicBezTo>
                    <a:pt x="8101" y="9021"/>
                    <a:pt x="7338" y="7943"/>
                    <a:pt x="6944" y="6680"/>
                  </a:cubicBezTo>
                  <a:cubicBezTo>
                    <a:pt x="6523" y="5365"/>
                    <a:pt x="6576" y="3998"/>
                    <a:pt x="6891" y="2657"/>
                  </a:cubicBezTo>
                  <a:cubicBezTo>
                    <a:pt x="7102" y="1815"/>
                    <a:pt x="7338" y="973"/>
                    <a:pt x="7628" y="132"/>
                  </a:cubicBezTo>
                  <a:cubicBezTo>
                    <a:pt x="7391" y="5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4120650" y="3440025"/>
              <a:ext cx="975775" cy="733800"/>
            </a:xfrm>
            <a:custGeom>
              <a:rect b="b" l="l" r="r" t="t"/>
              <a:pathLst>
                <a:path extrusionOk="0" h="29352" w="39031">
                  <a:moveTo>
                    <a:pt x="34533" y="4708"/>
                  </a:moveTo>
                  <a:cubicBezTo>
                    <a:pt x="34533" y="4708"/>
                    <a:pt x="30772" y="5366"/>
                    <a:pt x="26748" y="5497"/>
                  </a:cubicBezTo>
                  <a:cubicBezTo>
                    <a:pt x="22724" y="5629"/>
                    <a:pt x="4893" y="0"/>
                    <a:pt x="2447" y="10520"/>
                  </a:cubicBezTo>
                  <a:cubicBezTo>
                    <a:pt x="1" y="21040"/>
                    <a:pt x="11704" y="29351"/>
                    <a:pt x="17753" y="27458"/>
                  </a:cubicBezTo>
                  <a:cubicBezTo>
                    <a:pt x="23776" y="25538"/>
                    <a:pt x="26616" y="22303"/>
                    <a:pt x="32823" y="22802"/>
                  </a:cubicBezTo>
                  <a:cubicBezTo>
                    <a:pt x="39030" y="23302"/>
                    <a:pt x="34533" y="4708"/>
                    <a:pt x="34533" y="47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4126600" y="3543050"/>
              <a:ext cx="446450" cy="590350"/>
            </a:xfrm>
            <a:custGeom>
              <a:rect b="b" l="l" r="r" t="t"/>
              <a:pathLst>
                <a:path extrusionOk="0" h="23614" w="17858">
                  <a:moveTo>
                    <a:pt x="13310" y="0"/>
                  </a:moveTo>
                  <a:cubicBezTo>
                    <a:pt x="8208" y="0"/>
                    <a:pt x="3397" y="1290"/>
                    <a:pt x="2209" y="6399"/>
                  </a:cubicBezTo>
                  <a:cubicBezTo>
                    <a:pt x="1" y="15896"/>
                    <a:pt x="9322" y="23613"/>
                    <a:pt x="15607" y="23613"/>
                  </a:cubicBezTo>
                  <a:cubicBezTo>
                    <a:pt x="16284" y="23613"/>
                    <a:pt x="16927" y="23523"/>
                    <a:pt x="17515" y="23337"/>
                  </a:cubicBezTo>
                  <a:cubicBezTo>
                    <a:pt x="17621" y="23284"/>
                    <a:pt x="17726" y="23258"/>
                    <a:pt x="17857" y="23205"/>
                  </a:cubicBezTo>
                  <a:cubicBezTo>
                    <a:pt x="16858" y="22784"/>
                    <a:pt x="15885" y="22285"/>
                    <a:pt x="14991" y="21706"/>
                  </a:cubicBezTo>
                  <a:cubicBezTo>
                    <a:pt x="12439" y="20075"/>
                    <a:pt x="10151" y="17682"/>
                    <a:pt x="9126" y="14789"/>
                  </a:cubicBezTo>
                  <a:cubicBezTo>
                    <a:pt x="8600" y="13343"/>
                    <a:pt x="8442" y="11712"/>
                    <a:pt x="8521" y="10187"/>
                  </a:cubicBezTo>
                  <a:cubicBezTo>
                    <a:pt x="8600" y="8793"/>
                    <a:pt x="8941" y="7399"/>
                    <a:pt x="9599" y="6163"/>
                  </a:cubicBezTo>
                  <a:cubicBezTo>
                    <a:pt x="10835" y="3822"/>
                    <a:pt x="13097" y="2297"/>
                    <a:pt x="15411" y="1113"/>
                  </a:cubicBezTo>
                  <a:cubicBezTo>
                    <a:pt x="16043" y="797"/>
                    <a:pt x="16674" y="508"/>
                    <a:pt x="17305" y="219"/>
                  </a:cubicBezTo>
                  <a:cubicBezTo>
                    <a:pt x="15993" y="88"/>
                    <a:pt x="14642" y="0"/>
                    <a:pt x="13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4795250" y="3557725"/>
              <a:ext cx="298200" cy="462900"/>
            </a:xfrm>
            <a:custGeom>
              <a:rect b="b" l="l" r="r" t="t"/>
              <a:pathLst>
                <a:path extrusionOk="0" h="18516" w="11928">
                  <a:moveTo>
                    <a:pt x="7549" y="0"/>
                  </a:moveTo>
                  <a:lnTo>
                    <a:pt x="7549" y="0"/>
                  </a:lnTo>
                  <a:cubicBezTo>
                    <a:pt x="7548" y="0"/>
                    <a:pt x="3945" y="631"/>
                    <a:pt x="1" y="789"/>
                  </a:cubicBezTo>
                  <a:cubicBezTo>
                    <a:pt x="185" y="1262"/>
                    <a:pt x="343" y="1762"/>
                    <a:pt x="500" y="2262"/>
                  </a:cubicBezTo>
                  <a:cubicBezTo>
                    <a:pt x="1079" y="4287"/>
                    <a:pt x="1421" y="6391"/>
                    <a:pt x="1552" y="8495"/>
                  </a:cubicBezTo>
                  <a:cubicBezTo>
                    <a:pt x="1710" y="10678"/>
                    <a:pt x="1684" y="12887"/>
                    <a:pt x="1500" y="15070"/>
                  </a:cubicBezTo>
                  <a:cubicBezTo>
                    <a:pt x="1395" y="16227"/>
                    <a:pt x="1237" y="17358"/>
                    <a:pt x="1053" y="18515"/>
                  </a:cubicBezTo>
                  <a:cubicBezTo>
                    <a:pt x="2163" y="18227"/>
                    <a:pt x="3337" y="18052"/>
                    <a:pt x="4677" y="18052"/>
                  </a:cubicBezTo>
                  <a:cubicBezTo>
                    <a:pt x="5051" y="18052"/>
                    <a:pt x="5437" y="18066"/>
                    <a:pt x="5839" y="18094"/>
                  </a:cubicBezTo>
                  <a:cubicBezTo>
                    <a:pt x="5922" y="18101"/>
                    <a:pt x="6002" y="18104"/>
                    <a:pt x="6081" y="18104"/>
                  </a:cubicBezTo>
                  <a:cubicBezTo>
                    <a:pt x="11928" y="18104"/>
                    <a:pt x="7549" y="0"/>
                    <a:pt x="754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4240325" y="3603075"/>
              <a:ext cx="730500" cy="11925"/>
            </a:xfrm>
            <a:custGeom>
              <a:rect b="b" l="l" r="r" t="t"/>
              <a:pathLst>
                <a:path extrusionOk="0" h="477" w="29220">
                  <a:moveTo>
                    <a:pt x="0" y="1"/>
                  </a:moveTo>
                  <a:cubicBezTo>
                    <a:pt x="8771" y="296"/>
                    <a:pt x="18534" y="477"/>
                    <a:pt x="27430" y="477"/>
                  </a:cubicBezTo>
                  <a:cubicBezTo>
                    <a:pt x="28031" y="477"/>
                    <a:pt x="28628" y="476"/>
                    <a:pt x="29220" y="474"/>
                  </a:cubicBezTo>
                  <a:cubicBezTo>
                    <a:pt x="19857" y="159"/>
                    <a:pt x="9363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4210725" y="3659625"/>
              <a:ext cx="752875" cy="12525"/>
            </a:xfrm>
            <a:custGeom>
              <a:rect b="b" l="l" r="r" t="t"/>
              <a:pathLst>
                <a:path extrusionOk="0" h="501" w="30115">
                  <a:moveTo>
                    <a:pt x="30114" y="1"/>
                  </a:moveTo>
                  <a:cubicBezTo>
                    <a:pt x="20462" y="1"/>
                    <a:pt x="9653" y="185"/>
                    <a:pt x="1" y="500"/>
                  </a:cubicBezTo>
                  <a:cubicBezTo>
                    <a:pt x="9653" y="500"/>
                    <a:pt x="20489" y="316"/>
                    <a:pt x="301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4194950" y="3720125"/>
              <a:ext cx="753525" cy="25650"/>
            </a:xfrm>
            <a:custGeom>
              <a:rect b="b" l="l" r="r" t="t"/>
              <a:pathLst>
                <a:path extrusionOk="0" h="1026" w="30141">
                  <a:moveTo>
                    <a:pt x="30141" y="0"/>
                  </a:moveTo>
                  <a:lnTo>
                    <a:pt x="30141" y="0"/>
                  </a:lnTo>
                  <a:cubicBezTo>
                    <a:pt x="20488" y="158"/>
                    <a:pt x="9653" y="552"/>
                    <a:pt x="1" y="1026"/>
                  </a:cubicBezTo>
                  <a:cubicBezTo>
                    <a:pt x="9653" y="868"/>
                    <a:pt x="20488" y="500"/>
                    <a:pt x="30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4227825" y="3762850"/>
              <a:ext cx="731175" cy="65775"/>
            </a:xfrm>
            <a:custGeom>
              <a:rect b="b" l="l" r="r" t="t"/>
              <a:pathLst>
                <a:path extrusionOk="0" h="2631" w="29247">
                  <a:moveTo>
                    <a:pt x="29246" y="1"/>
                  </a:moveTo>
                  <a:lnTo>
                    <a:pt x="29246" y="1"/>
                  </a:lnTo>
                  <a:cubicBezTo>
                    <a:pt x="19857" y="684"/>
                    <a:pt x="9364" y="1631"/>
                    <a:pt x="1" y="2631"/>
                  </a:cubicBezTo>
                  <a:cubicBezTo>
                    <a:pt x="9390" y="1947"/>
                    <a:pt x="19884" y="1000"/>
                    <a:pt x="29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4288325" y="3809525"/>
              <a:ext cx="675275" cy="101950"/>
            </a:xfrm>
            <a:custGeom>
              <a:rect b="b" l="l" r="r" t="t"/>
              <a:pathLst>
                <a:path extrusionOk="0" h="4078" w="27011">
                  <a:moveTo>
                    <a:pt x="27010" y="1"/>
                  </a:moveTo>
                  <a:lnTo>
                    <a:pt x="27010" y="1"/>
                  </a:lnTo>
                  <a:cubicBezTo>
                    <a:pt x="18331" y="1158"/>
                    <a:pt x="8627" y="2605"/>
                    <a:pt x="0" y="4077"/>
                  </a:cubicBezTo>
                  <a:cubicBezTo>
                    <a:pt x="8679" y="2920"/>
                    <a:pt x="18384" y="1474"/>
                    <a:pt x="270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4288325" y="3854250"/>
              <a:ext cx="679225" cy="143350"/>
            </a:xfrm>
            <a:custGeom>
              <a:rect b="b" l="l" r="r" t="t"/>
              <a:pathLst>
                <a:path extrusionOk="0" h="5734" w="27169">
                  <a:moveTo>
                    <a:pt x="27168" y="0"/>
                  </a:moveTo>
                  <a:lnTo>
                    <a:pt x="27168" y="0"/>
                  </a:lnTo>
                  <a:cubicBezTo>
                    <a:pt x="18410" y="1684"/>
                    <a:pt x="8653" y="3735"/>
                    <a:pt x="0" y="5734"/>
                  </a:cubicBezTo>
                  <a:cubicBezTo>
                    <a:pt x="8732" y="4051"/>
                    <a:pt x="18489" y="1999"/>
                    <a:pt x="27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4360650" y="3906200"/>
              <a:ext cx="623325" cy="144675"/>
            </a:xfrm>
            <a:custGeom>
              <a:rect b="b" l="l" r="r" t="t"/>
              <a:pathLst>
                <a:path extrusionOk="0" h="5787" w="24933">
                  <a:moveTo>
                    <a:pt x="24933" y="0"/>
                  </a:moveTo>
                  <a:cubicBezTo>
                    <a:pt x="16911" y="1710"/>
                    <a:pt x="7943" y="3787"/>
                    <a:pt x="0" y="5786"/>
                  </a:cubicBezTo>
                  <a:cubicBezTo>
                    <a:pt x="8022" y="4103"/>
                    <a:pt x="16990" y="1999"/>
                    <a:pt x="24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4441525" y="3956150"/>
              <a:ext cx="499725" cy="148625"/>
            </a:xfrm>
            <a:custGeom>
              <a:rect b="b" l="l" r="r" t="t"/>
              <a:pathLst>
                <a:path extrusionOk="0" h="5945" w="19989">
                  <a:moveTo>
                    <a:pt x="19988" y="1"/>
                  </a:moveTo>
                  <a:lnTo>
                    <a:pt x="19988" y="1"/>
                  </a:lnTo>
                  <a:cubicBezTo>
                    <a:pt x="13492" y="1763"/>
                    <a:pt x="6391" y="3867"/>
                    <a:pt x="0" y="5945"/>
                  </a:cubicBezTo>
                  <a:cubicBezTo>
                    <a:pt x="6496" y="4183"/>
                    <a:pt x="13597" y="2079"/>
                    <a:pt x="19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19"/>
          <p:cNvSpPr txBox="1"/>
          <p:nvPr/>
        </p:nvSpPr>
        <p:spPr>
          <a:xfrm>
            <a:off x="3666050" y="1391025"/>
            <a:ext cx="44667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T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ujuan</a:t>
            </a: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dari penelitian ini adalah untuk mengimplementasikan metode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Harris-Corner untuk menghitung panjang ikan dan Length-Weight Relationship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untuk estimasi berat ikan berbasis citra digital.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0"/>
          <p:cNvSpPr txBox="1"/>
          <p:nvPr>
            <p:ph type="title"/>
          </p:nvPr>
        </p:nvSpPr>
        <p:spPr>
          <a:xfrm>
            <a:off x="1297500" y="393750"/>
            <a:ext cx="5277300" cy="6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Alur Kerja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85" name="Google Shape;385;p20" title="Alur Peneliti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986" y="1101250"/>
            <a:ext cx="3940025" cy="35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Gambar + Pre-processing</a:t>
            </a:r>
            <a:endParaRPr/>
          </a:p>
        </p:txBody>
      </p:sp>
      <p:sp>
        <p:nvSpPr>
          <p:cNvPr id="391" name="Google Shape;391;p21"/>
          <p:cNvSpPr txBox="1"/>
          <p:nvPr>
            <p:ph idx="1" type="subTitle"/>
          </p:nvPr>
        </p:nvSpPr>
        <p:spPr>
          <a:xfrm>
            <a:off x="479000" y="1153375"/>
            <a:ext cx="3962100" cy="3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Gambar di-input kedalam satu folder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Gambar akan diberikan nama sesuai dengan jenis dan kelasnya masing-masing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Gambar akan melewati segmentasi untuk menghilangkan background nya dengan fungsi </a:t>
            </a:r>
            <a:r>
              <a:rPr i="1" lang="en"/>
              <a:t>remove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Lalu gambar diubah menjadi grayscale dan </a:t>
            </a:r>
            <a:r>
              <a:rPr lang="en"/>
              <a:t>gambar diperhalus menggunakan gaussian smoothing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/>
              <a:t>Gambar dirotasi untuk mensejajarkan arah ikan</a:t>
            </a:r>
            <a:endParaRPr/>
          </a:p>
        </p:txBody>
      </p:sp>
      <p:pic>
        <p:nvPicPr>
          <p:cNvPr id="392" name="Google Shape;392;p21" title="Gambar dat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3250" y="1153375"/>
            <a:ext cx="4422574" cy="224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2"/>
          <p:cNvSpPr txBox="1"/>
          <p:nvPr>
            <p:ph idx="1" type="subTitle"/>
          </p:nvPr>
        </p:nvSpPr>
        <p:spPr>
          <a:xfrm>
            <a:off x="720000" y="1694350"/>
            <a:ext cx="4294800" cy="29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Menghitung gradien harris respon gambar ikan menggunakan operasi sobel.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Penghitungan gradien akan dilakukan secara terpisah antara gradien vertikal dan horizontal.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Melakukan operasi autokorelasi menggunakan hasil gradien dikalikan dengan gaussian blur.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>
            <p:ph type="title"/>
          </p:nvPr>
        </p:nvSpPr>
        <p:spPr>
          <a:xfrm>
            <a:off x="720000" y="445025"/>
            <a:ext cx="4711500" cy="5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Menghitung Harris Respon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23" title="ujicob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25" y="875925"/>
            <a:ext cx="673750" cy="6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23"/>
          <p:cNvSpPr txBox="1"/>
          <p:nvPr/>
        </p:nvSpPr>
        <p:spPr>
          <a:xfrm>
            <a:off x="0" y="1618975"/>
            <a:ext cx="1473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Tes</a:t>
            </a:r>
            <a:r>
              <a:rPr lang="en" sz="10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gambar penghitungan gradien harris </a:t>
            </a:r>
            <a:r>
              <a:rPr lang="en" sz="10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respon menggunakan</a:t>
            </a:r>
            <a:r>
              <a:rPr lang="en" sz="1000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 ukuran 21x21px </a:t>
            </a:r>
            <a:endParaRPr sz="1000"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405" name="Google Shape;405;p23"/>
          <p:cNvSpPr txBox="1"/>
          <p:nvPr/>
        </p:nvSpPr>
        <p:spPr>
          <a:xfrm>
            <a:off x="1401575" y="2403475"/>
            <a:ext cx="356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ata"/>
                <a:ea typeface="Alata"/>
                <a:cs typeface="Alata"/>
                <a:sym typeface="Alata"/>
              </a:rPr>
              <a:t>Hasil nilai perhitungan gradien harris respon pada tes gambar</a:t>
            </a:r>
            <a:endParaRPr>
              <a:solidFill>
                <a:schemeClr val="lt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pic>
        <p:nvPicPr>
          <p:cNvPr id="406" name="Google Shape;40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1575" y="126709"/>
            <a:ext cx="3561175" cy="2172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2750" y="126700"/>
            <a:ext cx="4076325" cy="492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25" y="152400"/>
            <a:ext cx="4101475" cy="298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5725" y="152400"/>
            <a:ext cx="4566426" cy="447547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24"/>
          <p:cNvSpPr txBox="1"/>
          <p:nvPr/>
        </p:nvSpPr>
        <p:spPr>
          <a:xfrm>
            <a:off x="290975" y="3208800"/>
            <a:ext cx="453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Hasil autokorelasi dari tes gambar.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Menghitung Harris Respon</a:t>
            </a:r>
            <a:endParaRPr sz="2800"/>
          </a:p>
        </p:txBody>
      </p:sp>
      <p:sp>
        <p:nvSpPr>
          <p:cNvPr id="420" name="Google Shape;420;p25"/>
          <p:cNvSpPr txBox="1"/>
          <p:nvPr>
            <p:ph idx="1" type="subTitle"/>
          </p:nvPr>
        </p:nvSpPr>
        <p:spPr>
          <a:xfrm>
            <a:off x="720000" y="16943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Penghitungan autokorelasi terbagi menjadi tiga yaitu pada sumbu x, diantara sumbu x &amp; y, dan sumbu y.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Ketiga hasil tersebut digunakan untuk menghitung harris respon.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Setelah harris respon didapat, proses thresholding dan NMS dilakukan untuk menyaring harris respon.</a:t>
            </a:r>
            <a:endParaRPr/>
          </a:p>
        </p:txBody>
      </p:sp>
      <p:pic>
        <p:nvPicPr>
          <p:cNvPr id="421" name="Google Shape;421;p25" title="ikan_lele_induk_clean_1_NM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5400000">
            <a:off x="4961039" y="1614463"/>
            <a:ext cx="4866975" cy="2191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5" title="ikan_lele_induk_clean_1_harri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5400000">
            <a:off x="3652235" y="1614462"/>
            <a:ext cx="4866985" cy="219109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25"/>
          <p:cNvSpPr txBox="1"/>
          <p:nvPr/>
        </p:nvSpPr>
        <p:spPr>
          <a:xfrm>
            <a:off x="3786725" y="3992650"/>
            <a:ext cx="20967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Hasil dari Harris Respon (gambar kiri) dan Thresholding &amp; NMS (gambar kanan) 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Penghitungan Panjang dan Berat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9" name="Google Shape;429;p26"/>
          <p:cNvSpPr txBox="1"/>
          <p:nvPr>
            <p:ph idx="1" type="subTitle"/>
          </p:nvPr>
        </p:nvSpPr>
        <p:spPr>
          <a:xfrm>
            <a:off x="720000" y="1422600"/>
            <a:ext cx="4294800" cy="33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Titik hasil thresholding dan NMS akan dicari nilai maksimal dan minimal dari sumbu x dan y.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Mengoreksi</a:t>
            </a:r>
            <a:r>
              <a:rPr lang="en">
                <a:solidFill>
                  <a:schemeClr val="dk1"/>
                </a:solidFill>
              </a:rPr>
              <a:t> panjang dan lebar ikan dengan menggunakan proyeksi perspektif.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Nama file di deteksi lalu di cocok kan dengan nama yang ada pada excel.</a:t>
            </a:r>
            <a:endParaRPr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>
                <a:solidFill>
                  <a:schemeClr val="dk1"/>
                </a:solidFill>
              </a:rPr>
              <a:t>Kemudian panjang </a:t>
            </a:r>
            <a:r>
              <a:rPr lang="en">
                <a:solidFill>
                  <a:schemeClr val="dk1"/>
                </a:solidFill>
              </a:rPr>
              <a:t>ground truth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diambil</a:t>
            </a:r>
            <a:r>
              <a:rPr lang="en">
                <a:solidFill>
                  <a:schemeClr val="dk1"/>
                </a:solidFill>
              </a:rPr>
              <a:t> dari excel.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30" name="Google Shape;430;p26" title="ikan_lele_1 - Clean_Bo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7925" y="1017725"/>
            <a:ext cx="4918052" cy="22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26"/>
          <p:cNvSpPr txBox="1"/>
          <p:nvPr/>
        </p:nvSpPr>
        <p:spPr>
          <a:xfrm>
            <a:off x="5269325" y="2379300"/>
            <a:ext cx="2548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Hasil Bounding box dari nilai titik maksimal dan minimal pada  sumbu x dan y</a:t>
            </a:r>
            <a:endParaRPr sz="1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Penghitungan Panjang dan Berat</a:t>
            </a:r>
            <a:endParaRPr/>
          </a:p>
        </p:txBody>
      </p:sp>
      <p:sp>
        <p:nvSpPr>
          <p:cNvPr id="437" name="Google Shape;437;p27"/>
          <p:cNvSpPr txBox="1"/>
          <p:nvPr>
            <p:ph idx="1" type="subTitle"/>
          </p:nvPr>
        </p:nvSpPr>
        <p:spPr>
          <a:xfrm>
            <a:off x="720000" y="1422600"/>
            <a:ext cx="4294800" cy="24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Nama file akan dideteksi lalu nilai akan dikali dengan berat rata-rata ikan sesuai dengan jenis dan kelas ikan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Evaluasi Akurasi</a:t>
            </a:r>
            <a:endParaRPr/>
          </a:p>
        </p:txBody>
      </p:sp>
      <p:sp>
        <p:nvSpPr>
          <p:cNvPr id="443" name="Google Shape;443;p28"/>
          <p:cNvSpPr txBox="1"/>
          <p:nvPr>
            <p:ph idx="1" type="subTitle"/>
          </p:nvPr>
        </p:nvSpPr>
        <p:spPr>
          <a:xfrm>
            <a:off x="720000" y="1422600"/>
            <a:ext cx="4294800" cy="24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Hasil dari dimasukan ke dalam excel, lalu dilakukan </a:t>
            </a:r>
            <a:r>
              <a:rPr lang="en"/>
              <a:t>penghitungan</a:t>
            </a:r>
            <a:r>
              <a:rPr lang="en"/>
              <a:t> evaluasi dengan MAPE</a:t>
            </a:r>
            <a:endParaRPr/>
          </a:p>
        </p:txBody>
      </p:sp>
      <p:pic>
        <p:nvPicPr>
          <p:cNvPr id="444" name="Google Shape;4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800" y="1422600"/>
            <a:ext cx="336232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8"/>
          <p:cNvSpPr txBox="1"/>
          <p:nvPr/>
        </p:nvSpPr>
        <p:spPr>
          <a:xfrm>
            <a:off x="5014800" y="2453550"/>
            <a:ext cx="375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Hasil Akurasi menggunakan MAPE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9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Analisa Hasil</a:t>
            </a:r>
            <a:endParaRPr/>
          </a:p>
        </p:txBody>
      </p:sp>
      <p:sp>
        <p:nvSpPr>
          <p:cNvPr id="451" name="Google Shape;451;p29"/>
          <p:cNvSpPr txBox="1"/>
          <p:nvPr>
            <p:ph idx="1" type="subTitle"/>
          </p:nvPr>
        </p:nvSpPr>
        <p:spPr>
          <a:xfrm>
            <a:off x="720000" y="1422600"/>
            <a:ext cx="4294800" cy="31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Walaupun akurasi panjang hampir mencapai 100 persen, akurasi pada penghitungan berat hanya mencapai 74 persen.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Penyebab kurangnya akurasi pada berat disebabkan pengambilan gambar pada sudut atau jarak yang salah, kualitas dari gambar tersebut, serta bentuk dan posisi tubuh ikan yang tidak selalu ideal.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Hal tersebut juga disebabkan karena pada saat penghapusan background yang membuat beberapa fitur ikan hilang dan juga dilakukan 3 kali gaussian blur yang membuat tepi gambar semakin kabur sehingga banyak titik yang tidak terdeteksi.</a:t>
            </a:r>
            <a:endParaRPr sz="1200"/>
          </a:p>
        </p:txBody>
      </p:sp>
      <p:pic>
        <p:nvPicPr>
          <p:cNvPr id="452" name="Google Shape;452;p29" title="ikan_nila_induk_1_harri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406852" y="1266724"/>
            <a:ext cx="4362998" cy="196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0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Kesimpulan dan saran</a:t>
            </a:r>
            <a:endParaRPr/>
          </a:p>
        </p:txBody>
      </p:sp>
      <p:sp>
        <p:nvSpPr>
          <p:cNvPr id="458" name="Google Shape;458;p30"/>
          <p:cNvSpPr txBox="1"/>
          <p:nvPr>
            <p:ph idx="1" type="subTitle"/>
          </p:nvPr>
        </p:nvSpPr>
        <p:spPr>
          <a:xfrm>
            <a:off x="720000" y="16943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Implementasi </a:t>
            </a:r>
            <a:r>
              <a:rPr lang="en"/>
              <a:t>Algoritma</a:t>
            </a:r>
            <a:r>
              <a:rPr lang="en"/>
              <a:t> belum memberikan hasil yang akurat.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Algoritma memiliki keterbatasan dalam mengestimasi berat ikan secara akurat</a:t>
            </a:r>
            <a:endParaRPr/>
          </a:p>
        </p:txBody>
      </p:sp>
      <p:sp>
        <p:nvSpPr>
          <p:cNvPr id="459" name="Google Shape;459;p30"/>
          <p:cNvSpPr txBox="1"/>
          <p:nvPr/>
        </p:nvSpPr>
        <p:spPr>
          <a:xfrm>
            <a:off x="779325" y="1149300"/>
            <a:ext cx="300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Kesimpulan</a:t>
            </a:r>
            <a:endParaRPr b="1" sz="17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1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Kesimpulan dan saran</a:t>
            </a:r>
            <a:endParaRPr/>
          </a:p>
        </p:txBody>
      </p:sp>
      <p:sp>
        <p:nvSpPr>
          <p:cNvPr id="465" name="Google Shape;465;p31"/>
          <p:cNvSpPr txBox="1"/>
          <p:nvPr>
            <p:ph idx="1" type="subTitle"/>
          </p:nvPr>
        </p:nvSpPr>
        <p:spPr>
          <a:xfrm>
            <a:off x="720000" y="1694350"/>
            <a:ext cx="4294800" cy="33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Mengganti metode yang lebih canggih dalam menghitung panjang dan berat ikan.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Melakukan pengujian dengan dataset yang lebih besar dan beragam.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Mengoptimalkan algoritma yang digunakan untuk mempercepat proses dan efisiensi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Melakukan </a:t>
            </a:r>
            <a:r>
              <a:rPr lang="en"/>
              <a:t>analisis</a:t>
            </a:r>
            <a:r>
              <a:rPr lang="en"/>
              <a:t> terhadap faktor-</a:t>
            </a:r>
            <a:r>
              <a:rPr lang="en"/>
              <a:t>faktor</a:t>
            </a:r>
            <a:r>
              <a:rPr lang="en"/>
              <a:t> yang dapat mempengaruhi akurasi penghitungan</a:t>
            </a:r>
            <a:endParaRPr/>
          </a:p>
        </p:txBody>
      </p:sp>
      <p:sp>
        <p:nvSpPr>
          <p:cNvPr id="466" name="Google Shape;466;p31"/>
          <p:cNvSpPr txBox="1"/>
          <p:nvPr/>
        </p:nvSpPr>
        <p:spPr>
          <a:xfrm>
            <a:off x="779325" y="1149300"/>
            <a:ext cx="3007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Saran</a:t>
            </a:r>
            <a:endParaRPr b="1" sz="17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76A28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2"/>
          <p:cNvSpPr txBox="1"/>
          <p:nvPr>
            <p:ph type="title"/>
          </p:nvPr>
        </p:nvSpPr>
        <p:spPr>
          <a:xfrm>
            <a:off x="2347950" y="540000"/>
            <a:ext cx="4448100" cy="13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472" name="Google Shape;472;p3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"/>
          <p:cNvSpPr txBox="1"/>
          <p:nvPr/>
        </p:nvSpPr>
        <p:spPr>
          <a:xfrm>
            <a:off x="2977950" y="4202050"/>
            <a:ext cx="31881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rPr>
              <a:t>Please keep this slide for attribution</a:t>
            </a:r>
            <a:endParaRPr sz="1200">
              <a:solidFill>
                <a:schemeClr val="dk1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474" name="Google Shape;474;p32"/>
          <p:cNvGrpSpPr/>
          <p:nvPr/>
        </p:nvGrpSpPr>
        <p:grpSpPr>
          <a:xfrm>
            <a:off x="1237666" y="2324512"/>
            <a:ext cx="1143092" cy="635578"/>
            <a:chOff x="4120650" y="2919800"/>
            <a:chExt cx="3306600" cy="1838525"/>
          </a:xfrm>
        </p:grpSpPr>
        <p:sp>
          <p:nvSpPr>
            <p:cNvPr id="475" name="Google Shape;475;p32"/>
            <p:cNvSpPr/>
            <p:nvPr/>
          </p:nvSpPr>
          <p:spPr>
            <a:xfrm>
              <a:off x="5903150" y="4323050"/>
              <a:ext cx="561525" cy="435275"/>
            </a:xfrm>
            <a:custGeom>
              <a:rect b="b" l="l" r="r" t="t"/>
              <a:pathLst>
                <a:path extrusionOk="0" h="17411" w="22461">
                  <a:moveTo>
                    <a:pt x="22460" y="1210"/>
                  </a:moveTo>
                  <a:cubicBezTo>
                    <a:pt x="22460" y="1210"/>
                    <a:pt x="14781" y="17411"/>
                    <a:pt x="11073" y="15807"/>
                  </a:cubicBezTo>
                  <a:cubicBezTo>
                    <a:pt x="7338" y="14229"/>
                    <a:pt x="6812" y="6707"/>
                    <a:pt x="6812" y="6707"/>
                  </a:cubicBezTo>
                  <a:cubicBezTo>
                    <a:pt x="6812" y="6707"/>
                    <a:pt x="0" y="8416"/>
                    <a:pt x="316" y="4208"/>
                  </a:cubicBezTo>
                  <a:cubicBezTo>
                    <a:pt x="658" y="0"/>
                    <a:pt x="22460" y="1210"/>
                    <a:pt x="22460" y="12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2"/>
            <p:cNvSpPr/>
            <p:nvPr/>
          </p:nvSpPr>
          <p:spPr>
            <a:xfrm>
              <a:off x="5906675" y="4372350"/>
              <a:ext cx="430450" cy="348650"/>
            </a:xfrm>
            <a:custGeom>
              <a:rect b="b" l="l" r="r" t="t"/>
              <a:pathLst>
                <a:path extrusionOk="0" h="13946" w="17218">
                  <a:moveTo>
                    <a:pt x="3699" y="1"/>
                  </a:moveTo>
                  <a:cubicBezTo>
                    <a:pt x="1648" y="500"/>
                    <a:pt x="254" y="1184"/>
                    <a:pt x="175" y="2236"/>
                  </a:cubicBezTo>
                  <a:cubicBezTo>
                    <a:pt x="1" y="4558"/>
                    <a:pt x="1996" y="5078"/>
                    <a:pt x="3820" y="5078"/>
                  </a:cubicBezTo>
                  <a:cubicBezTo>
                    <a:pt x="5302" y="5078"/>
                    <a:pt x="6671" y="4735"/>
                    <a:pt x="6671" y="4735"/>
                  </a:cubicBezTo>
                  <a:cubicBezTo>
                    <a:pt x="6671" y="4735"/>
                    <a:pt x="7197" y="12257"/>
                    <a:pt x="10932" y="13835"/>
                  </a:cubicBezTo>
                  <a:cubicBezTo>
                    <a:pt x="11108" y="13910"/>
                    <a:pt x="11292" y="13946"/>
                    <a:pt x="11484" y="13946"/>
                  </a:cubicBezTo>
                  <a:cubicBezTo>
                    <a:pt x="13100" y="13946"/>
                    <a:pt x="15243" y="11402"/>
                    <a:pt x="17217" y="8417"/>
                  </a:cubicBezTo>
                  <a:lnTo>
                    <a:pt x="17217" y="8417"/>
                  </a:lnTo>
                  <a:cubicBezTo>
                    <a:pt x="16928" y="8496"/>
                    <a:pt x="16639" y="8548"/>
                    <a:pt x="16349" y="8601"/>
                  </a:cubicBezTo>
                  <a:cubicBezTo>
                    <a:pt x="15945" y="8667"/>
                    <a:pt x="15527" y="8706"/>
                    <a:pt x="15109" y="8706"/>
                  </a:cubicBezTo>
                  <a:cubicBezTo>
                    <a:pt x="14358" y="8706"/>
                    <a:pt x="13606" y="8580"/>
                    <a:pt x="12930" y="8259"/>
                  </a:cubicBezTo>
                  <a:cubicBezTo>
                    <a:pt x="11773" y="7680"/>
                    <a:pt x="10932" y="6576"/>
                    <a:pt x="10327" y="5445"/>
                  </a:cubicBezTo>
                  <a:cubicBezTo>
                    <a:pt x="9643" y="4235"/>
                    <a:pt x="9327" y="2894"/>
                    <a:pt x="9222" y="1500"/>
                  </a:cubicBezTo>
                  <a:cubicBezTo>
                    <a:pt x="8512" y="1552"/>
                    <a:pt x="7828" y="1815"/>
                    <a:pt x="7144" y="1973"/>
                  </a:cubicBezTo>
                  <a:cubicBezTo>
                    <a:pt x="6815" y="2063"/>
                    <a:pt x="6461" y="2127"/>
                    <a:pt x="6105" y="2127"/>
                  </a:cubicBezTo>
                  <a:cubicBezTo>
                    <a:pt x="5835" y="2127"/>
                    <a:pt x="5564" y="2090"/>
                    <a:pt x="5303" y="2000"/>
                  </a:cubicBezTo>
                  <a:cubicBezTo>
                    <a:pt x="4725" y="1789"/>
                    <a:pt x="4330" y="1342"/>
                    <a:pt x="4041" y="790"/>
                  </a:cubicBezTo>
                  <a:cubicBezTo>
                    <a:pt x="3909" y="553"/>
                    <a:pt x="3804" y="290"/>
                    <a:pt x="3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2"/>
            <p:cNvSpPr/>
            <p:nvPr/>
          </p:nvSpPr>
          <p:spPr>
            <a:xfrm>
              <a:off x="4948450" y="2943600"/>
              <a:ext cx="1595125" cy="687775"/>
            </a:xfrm>
            <a:custGeom>
              <a:rect b="b" l="l" r="r" t="t"/>
              <a:pathLst>
                <a:path extrusionOk="0" h="27511" w="63805">
                  <a:moveTo>
                    <a:pt x="3919" y="27511"/>
                  </a:moveTo>
                  <a:cubicBezTo>
                    <a:pt x="3972" y="27011"/>
                    <a:pt x="1" y="17043"/>
                    <a:pt x="2657" y="11336"/>
                  </a:cubicBezTo>
                  <a:cubicBezTo>
                    <a:pt x="5313" y="5629"/>
                    <a:pt x="25932" y="10258"/>
                    <a:pt x="25932" y="10258"/>
                  </a:cubicBezTo>
                  <a:lnTo>
                    <a:pt x="31850" y="13098"/>
                  </a:lnTo>
                  <a:lnTo>
                    <a:pt x="35453" y="12677"/>
                  </a:lnTo>
                  <a:cubicBezTo>
                    <a:pt x="35453" y="12677"/>
                    <a:pt x="36347" y="5839"/>
                    <a:pt x="39082" y="2920"/>
                  </a:cubicBezTo>
                  <a:cubicBezTo>
                    <a:pt x="41818" y="1"/>
                    <a:pt x="48892" y="869"/>
                    <a:pt x="48892" y="869"/>
                  </a:cubicBezTo>
                  <a:cubicBezTo>
                    <a:pt x="48892" y="869"/>
                    <a:pt x="60359" y="1368"/>
                    <a:pt x="62069" y="12046"/>
                  </a:cubicBezTo>
                  <a:cubicBezTo>
                    <a:pt x="63804" y="22724"/>
                    <a:pt x="3919" y="27511"/>
                    <a:pt x="3919" y="275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4977375" y="3087400"/>
              <a:ext cx="619400" cy="291500"/>
            </a:xfrm>
            <a:custGeom>
              <a:rect b="b" l="l" r="r" t="t"/>
              <a:pathLst>
                <a:path extrusionOk="0" h="11660" w="24776">
                  <a:moveTo>
                    <a:pt x="6999" y="1"/>
                  </a:moveTo>
                  <a:cubicBezTo>
                    <a:pt x="5273" y="1"/>
                    <a:pt x="3793" y="282"/>
                    <a:pt x="2789" y="982"/>
                  </a:cubicBezTo>
                  <a:cubicBezTo>
                    <a:pt x="132" y="2823"/>
                    <a:pt x="1" y="7557"/>
                    <a:pt x="500" y="11659"/>
                  </a:cubicBezTo>
                  <a:cubicBezTo>
                    <a:pt x="790" y="10739"/>
                    <a:pt x="1184" y="9871"/>
                    <a:pt x="1684" y="9056"/>
                  </a:cubicBezTo>
                  <a:cubicBezTo>
                    <a:pt x="2973" y="6899"/>
                    <a:pt x="5103" y="5295"/>
                    <a:pt x="7391" y="4295"/>
                  </a:cubicBezTo>
                  <a:cubicBezTo>
                    <a:pt x="9361" y="3465"/>
                    <a:pt x="11481" y="3127"/>
                    <a:pt x="13597" y="3127"/>
                  </a:cubicBezTo>
                  <a:cubicBezTo>
                    <a:pt x="13825" y="3127"/>
                    <a:pt x="14054" y="3131"/>
                    <a:pt x="14282" y="3138"/>
                  </a:cubicBezTo>
                  <a:cubicBezTo>
                    <a:pt x="15544" y="3165"/>
                    <a:pt x="16780" y="3296"/>
                    <a:pt x="18016" y="3454"/>
                  </a:cubicBezTo>
                  <a:cubicBezTo>
                    <a:pt x="19436" y="3638"/>
                    <a:pt x="20830" y="3848"/>
                    <a:pt x="22224" y="4059"/>
                  </a:cubicBezTo>
                  <a:cubicBezTo>
                    <a:pt x="23092" y="4190"/>
                    <a:pt x="23934" y="4348"/>
                    <a:pt x="24775" y="4506"/>
                  </a:cubicBezTo>
                  <a:cubicBezTo>
                    <a:pt x="22958" y="3762"/>
                    <a:pt x="13320" y="1"/>
                    <a:pt x="6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2"/>
            <p:cNvSpPr/>
            <p:nvPr/>
          </p:nvSpPr>
          <p:spPr>
            <a:xfrm>
              <a:off x="5881450" y="2919800"/>
              <a:ext cx="524700" cy="159925"/>
            </a:xfrm>
            <a:custGeom>
              <a:rect b="b" l="l" r="r" t="t"/>
              <a:pathLst>
                <a:path extrusionOk="0" h="6397" w="20988">
                  <a:moveTo>
                    <a:pt x="10106" y="0"/>
                  </a:moveTo>
                  <a:cubicBezTo>
                    <a:pt x="9881" y="0"/>
                    <a:pt x="9651" y="11"/>
                    <a:pt x="9416" y="32"/>
                  </a:cubicBezTo>
                  <a:cubicBezTo>
                    <a:pt x="5760" y="374"/>
                    <a:pt x="1894" y="585"/>
                    <a:pt x="0" y="6397"/>
                  </a:cubicBezTo>
                  <a:cubicBezTo>
                    <a:pt x="710" y="5608"/>
                    <a:pt x="1473" y="4898"/>
                    <a:pt x="2341" y="4319"/>
                  </a:cubicBezTo>
                  <a:cubicBezTo>
                    <a:pt x="4051" y="3188"/>
                    <a:pt x="6155" y="2820"/>
                    <a:pt x="8180" y="2794"/>
                  </a:cubicBezTo>
                  <a:cubicBezTo>
                    <a:pt x="8246" y="2793"/>
                    <a:pt x="8313" y="2793"/>
                    <a:pt x="8380" y="2793"/>
                  </a:cubicBezTo>
                  <a:cubicBezTo>
                    <a:pt x="10417" y="2793"/>
                    <a:pt x="12454" y="3175"/>
                    <a:pt x="14465" y="3557"/>
                  </a:cubicBezTo>
                  <a:cubicBezTo>
                    <a:pt x="16675" y="4004"/>
                    <a:pt x="18884" y="4556"/>
                    <a:pt x="20988" y="5450"/>
                  </a:cubicBezTo>
                  <a:cubicBezTo>
                    <a:pt x="20357" y="4714"/>
                    <a:pt x="19699" y="4135"/>
                    <a:pt x="18989" y="3925"/>
                  </a:cubicBezTo>
                  <a:cubicBezTo>
                    <a:pt x="16255" y="3055"/>
                    <a:pt x="13967" y="0"/>
                    <a:pt x="10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2"/>
            <p:cNvSpPr/>
            <p:nvPr/>
          </p:nvSpPr>
          <p:spPr>
            <a:xfrm>
              <a:off x="4941225" y="3027775"/>
              <a:ext cx="2486025" cy="1581300"/>
            </a:xfrm>
            <a:custGeom>
              <a:rect b="b" l="l" r="r" t="t"/>
              <a:pathLst>
                <a:path extrusionOk="0" h="63252" w="99441">
                  <a:moveTo>
                    <a:pt x="1710" y="21198"/>
                  </a:moveTo>
                  <a:cubicBezTo>
                    <a:pt x="1710" y="21198"/>
                    <a:pt x="20646" y="10441"/>
                    <a:pt x="34059" y="8206"/>
                  </a:cubicBezTo>
                  <a:cubicBezTo>
                    <a:pt x="47446" y="5970"/>
                    <a:pt x="81977" y="0"/>
                    <a:pt x="95364" y="31587"/>
                  </a:cubicBezTo>
                  <a:cubicBezTo>
                    <a:pt x="95364" y="31587"/>
                    <a:pt x="97389" y="30508"/>
                    <a:pt x="97416" y="31797"/>
                  </a:cubicBezTo>
                  <a:cubicBezTo>
                    <a:pt x="97468" y="33059"/>
                    <a:pt x="99441" y="42527"/>
                    <a:pt x="61463" y="52890"/>
                  </a:cubicBezTo>
                  <a:cubicBezTo>
                    <a:pt x="23486" y="63252"/>
                    <a:pt x="0" y="39292"/>
                    <a:pt x="0" y="39292"/>
                  </a:cubicBezTo>
                  <a:lnTo>
                    <a:pt x="1710" y="211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2"/>
            <p:cNvSpPr/>
            <p:nvPr/>
          </p:nvSpPr>
          <p:spPr>
            <a:xfrm>
              <a:off x="5621725" y="3223700"/>
              <a:ext cx="326150" cy="1188800"/>
            </a:xfrm>
            <a:custGeom>
              <a:rect b="b" l="l" r="r" t="t"/>
              <a:pathLst>
                <a:path extrusionOk="0" h="47552" w="13046">
                  <a:moveTo>
                    <a:pt x="8969" y="1"/>
                  </a:moveTo>
                  <a:cubicBezTo>
                    <a:pt x="8206" y="132"/>
                    <a:pt x="7496" y="264"/>
                    <a:pt x="6839" y="369"/>
                  </a:cubicBezTo>
                  <a:cubicBezTo>
                    <a:pt x="4656" y="737"/>
                    <a:pt x="2341" y="1316"/>
                    <a:pt x="1" y="2052"/>
                  </a:cubicBezTo>
                  <a:cubicBezTo>
                    <a:pt x="579" y="3867"/>
                    <a:pt x="1105" y="5708"/>
                    <a:pt x="1579" y="7549"/>
                  </a:cubicBezTo>
                  <a:cubicBezTo>
                    <a:pt x="2578" y="11520"/>
                    <a:pt x="3341" y="15544"/>
                    <a:pt x="3762" y="19594"/>
                  </a:cubicBezTo>
                  <a:cubicBezTo>
                    <a:pt x="4182" y="23802"/>
                    <a:pt x="4182" y="28010"/>
                    <a:pt x="3946" y="32218"/>
                  </a:cubicBezTo>
                  <a:cubicBezTo>
                    <a:pt x="3683" y="36742"/>
                    <a:pt x="3236" y="41292"/>
                    <a:pt x="2315" y="45763"/>
                  </a:cubicBezTo>
                  <a:cubicBezTo>
                    <a:pt x="2289" y="45947"/>
                    <a:pt x="2236" y="46131"/>
                    <a:pt x="2184" y="46315"/>
                  </a:cubicBezTo>
                  <a:cubicBezTo>
                    <a:pt x="5156" y="46920"/>
                    <a:pt x="8312" y="47367"/>
                    <a:pt x="11678" y="47551"/>
                  </a:cubicBezTo>
                  <a:cubicBezTo>
                    <a:pt x="11783" y="47051"/>
                    <a:pt x="11862" y="46525"/>
                    <a:pt x="11941" y="46026"/>
                  </a:cubicBezTo>
                  <a:cubicBezTo>
                    <a:pt x="12756" y="41081"/>
                    <a:pt x="12783" y="36111"/>
                    <a:pt x="12914" y="31114"/>
                  </a:cubicBezTo>
                  <a:cubicBezTo>
                    <a:pt x="13046" y="26248"/>
                    <a:pt x="13019" y="21383"/>
                    <a:pt x="12599" y="16517"/>
                  </a:cubicBezTo>
                  <a:cubicBezTo>
                    <a:pt x="12388" y="14097"/>
                    <a:pt x="12073" y="11678"/>
                    <a:pt x="11652" y="9285"/>
                  </a:cubicBezTo>
                  <a:cubicBezTo>
                    <a:pt x="11231" y="6970"/>
                    <a:pt x="10731" y="4708"/>
                    <a:pt x="9942" y="2499"/>
                  </a:cubicBezTo>
                  <a:cubicBezTo>
                    <a:pt x="9653" y="1658"/>
                    <a:pt x="9311" y="842"/>
                    <a:pt x="89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2"/>
            <p:cNvSpPr/>
            <p:nvPr/>
          </p:nvSpPr>
          <p:spPr>
            <a:xfrm>
              <a:off x="6561300" y="3298000"/>
              <a:ext cx="484600" cy="1000750"/>
            </a:xfrm>
            <a:custGeom>
              <a:rect b="b" l="l" r="r" t="t"/>
              <a:pathLst>
                <a:path extrusionOk="0" h="40030" w="19384">
                  <a:moveTo>
                    <a:pt x="11310" y="1"/>
                  </a:moveTo>
                  <a:cubicBezTo>
                    <a:pt x="9390" y="1789"/>
                    <a:pt x="7706" y="3814"/>
                    <a:pt x="6286" y="6050"/>
                  </a:cubicBezTo>
                  <a:cubicBezTo>
                    <a:pt x="4261" y="9232"/>
                    <a:pt x="2762" y="12730"/>
                    <a:pt x="1736" y="16359"/>
                  </a:cubicBezTo>
                  <a:cubicBezTo>
                    <a:pt x="658" y="20252"/>
                    <a:pt x="1" y="24275"/>
                    <a:pt x="369" y="28299"/>
                  </a:cubicBezTo>
                  <a:cubicBezTo>
                    <a:pt x="711" y="32297"/>
                    <a:pt x="1947" y="36137"/>
                    <a:pt x="3577" y="39766"/>
                  </a:cubicBezTo>
                  <a:cubicBezTo>
                    <a:pt x="3630" y="39871"/>
                    <a:pt x="3656" y="39950"/>
                    <a:pt x="3709" y="40029"/>
                  </a:cubicBezTo>
                  <a:cubicBezTo>
                    <a:pt x="6707" y="39109"/>
                    <a:pt x="9416" y="38188"/>
                    <a:pt x="11836" y="37268"/>
                  </a:cubicBezTo>
                  <a:cubicBezTo>
                    <a:pt x="11178" y="35532"/>
                    <a:pt x="10678" y="33770"/>
                    <a:pt x="10389" y="31929"/>
                  </a:cubicBezTo>
                  <a:cubicBezTo>
                    <a:pt x="10126" y="30140"/>
                    <a:pt x="10100" y="28326"/>
                    <a:pt x="10310" y="26511"/>
                  </a:cubicBezTo>
                  <a:cubicBezTo>
                    <a:pt x="10521" y="24749"/>
                    <a:pt x="10810" y="22987"/>
                    <a:pt x="11178" y="21225"/>
                  </a:cubicBezTo>
                  <a:cubicBezTo>
                    <a:pt x="11888" y="17727"/>
                    <a:pt x="12966" y="14229"/>
                    <a:pt x="14702" y="11073"/>
                  </a:cubicBezTo>
                  <a:cubicBezTo>
                    <a:pt x="15097" y="10336"/>
                    <a:pt x="15518" y="9600"/>
                    <a:pt x="16017" y="8916"/>
                  </a:cubicBezTo>
                  <a:cubicBezTo>
                    <a:pt x="16464" y="8285"/>
                    <a:pt x="16990" y="7706"/>
                    <a:pt x="17516" y="7154"/>
                  </a:cubicBezTo>
                  <a:cubicBezTo>
                    <a:pt x="18095" y="6549"/>
                    <a:pt x="18674" y="5997"/>
                    <a:pt x="19200" y="5392"/>
                  </a:cubicBezTo>
                  <a:lnTo>
                    <a:pt x="19384" y="5182"/>
                  </a:lnTo>
                  <a:cubicBezTo>
                    <a:pt x="16859" y="3051"/>
                    <a:pt x="14150" y="1342"/>
                    <a:pt x="11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6828900" y="3560450"/>
              <a:ext cx="274875" cy="262700"/>
            </a:xfrm>
            <a:custGeom>
              <a:rect b="b" l="l" r="r" t="t"/>
              <a:pathLst>
                <a:path extrusionOk="0" h="10508" w="10995">
                  <a:moveTo>
                    <a:pt x="5488" y="1"/>
                  </a:moveTo>
                  <a:cubicBezTo>
                    <a:pt x="2799" y="1"/>
                    <a:pt x="512" y="2052"/>
                    <a:pt x="264" y="4783"/>
                  </a:cubicBezTo>
                  <a:cubicBezTo>
                    <a:pt x="1" y="7676"/>
                    <a:pt x="2131" y="10227"/>
                    <a:pt x="5024" y="10490"/>
                  </a:cubicBezTo>
                  <a:cubicBezTo>
                    <a:pt x="5171" y="10502"/>
                    <a:pt x="5318" y="10508"/>
                    <a:pt x="5463" y="10508"/>
                  </a:cubicBezTo>
                  <a:cubicBezTo>
                    <a:pt x="8171" y="10508"/>
                    <a:pt x="10481" y="8450"/>
                    <a:pt x="10731" y="5730"/>
                  </a:cubicBezTo>
                  <a:cubicBezTo>
                    <a:pt x="10994" y="2837"/>
                    <a:pt x="8864" y="286"/>
                    <a:pt x="5971" y="23"/>
                  </a:cubicBezTo>
                  <a:cubicBezTo>
                    <a:pt x="5809" y="8"/>
                    <a:pt x="5648" y="1"/>
                    <a:pt x="54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6853900" y="3592650"/>
              <a:ext cx="225525" cy="197750"/>
            </a:xfrm>
            <a:custGeom>
              <a:rect b="b" l="l" r="r" t="t"/>
              <a:pathLst>
                <a:path extrusionOk="0" h="7910" w="9021">
                  <a:moveTo>
                    <a:pt x="4510" y="1"/>
                  </a:moveTo>
                  <a:cubicBezTo>
                    <a:pt x="3055" y="1"/>
                    <a:pt x="1663" y="799"/>
                    <a:pt x="973" y="2180"/>
                  </a:cubicBezTo>
                  <a:cubicBezTo>
                    <a:pt x="0" y="4126"/>
                    <a:pt x="789" y="6519"/>
                    <a:pt x="2735" y="7492"/>
                  </a:cubicBezTo>
                  <a:cubicBezTo>
                    <a:pt x="3301" y="7775"/>
                    <a:pt x="3902" y="7909"/>
                    <a:pt x="4494" y="7909"/>
                  </a:cubicBezTo>
                  <a:cubicBezTo>
                    <a:pt x="5940" y="7909"/>
                    <a:pt x="7331" y="7111"/>
                    <a:pt x="8022" y="5730"/>
                  </a:cubicBezTo>
                  <a:cubicBezTo>
                    <a:pt x="9021" y="3784"/>
                    <a:pt x="8232" y="1417"/>
                    <a:pt x="6286" y="418"/>
                  </a:cubicBezTo>
                  <a:cubicBezTo>
                    <a:pt x="5713" y="135"/>
                    <a:pt x="5106" y="1"/>
                    <a:pt x="45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2"/>
            <p:cNvSpPr/>
            <p:nvPr/>
          </p:nvSpPr>
          <p:spPr>
            <a:xfrm>
              <a:off x="6892025" y="3625775"/>
              <a:ext cx="42750" cy="38150"/>
            </a:xfrm>
            <a:custGeom>
              <a:rect b="b" l="l" r="r" t="t"/>
              <a:pathLst>
                <a:path extrusionOk="0" h="1526" w="1710">
                  <a:moveTo>
                    <a:pt x="869" y="1"/>
                  </a:moveTo>
                  <a:cubicBezTo>
                    <a:pt x="791" y="1"/>
                    <a:pt x="711" y="13"/>
                    <a:pt x="632" y="40"/>
                  </a:cubicBezTo>
                  <a:cubicBezTo>
                    <a:pt x="237" y="171"/>
                    <a:pt x="0" y="618"/>
                    <a:pt x="132" y="1013"/>
                  </a:cubicBezTo>
                  <a:cubicBezTo>
                    <a:pt x="237" y="1328"/>
                    <a:pt x="543" y="1525"/>
                    <a:pt x="863" y="1525"/>
                  </a:cubicBezTo>
                  <a:cubicBezTo>
                    <a:pt x="944" y="1525"/>
                    <a:pt x="1026" y="1513"/>
                    <a:pt x="1105" y="1486"/>
                  </a:cubicBezTo>
                  <a:cubicBezTo>
                    <a:pt x="1500" y="1355"/>
                    <a:pt x="1710" y="934"/>
                    <a:pt x="1578" y="539"/>
                  </a:cubicBezTo>
                  <a:cubicBezTo>
                    <a:pt x="1473" y="203"/>
                    <a:pt x="1183" y="1"/>
                    <a:pt x="8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2"/>
            <p:cNvSpPr/>
            <p:nvPr/>
          </p:nvSpPr>
          <p:spPr>
            <a:xfrm>
              <a:off x="6947250" y="3671600"/>
              <a:ext cx="10550" cy="9250"/>
            </a:xfrm>
            <a:custGeom>
              <a:rect b="b" l="l" r="r" t="t"/>
              <a:pathLst>
                <a:path extrusionOk="0" h="370" w="422">
                  <a:moveTo>
                    <a:pt x="226" y="1"/>
                  </a:moveTo>
                  <a:cubicBezTo>
                    <a:pt x="203" y="1"/>
                    <a:pt x="180" y="7"/>
                    <a:pt x="158" y="21"/>
                  </a:cubicBezTo>
                  <a:cubicBezTo>
                    <a:pt x="53" y="48"/>
                    <a:pt x="1" y="153"/>
                    <a:pt x="27" y="258"/>
                  </a:cubicBezTo>
                  <a:cubicBezTo>
                    <a:pt x="70" y="323"/>
                    <a:pt x="131" y="370"/>
                    <a:pt x="210" y="370"/>
                  </a:cubicBezTo>
                  <a:cubicBezTo>
                    <a:pt x="227" y="370"/>
                    <a:pt x="245" y="368"/>
                    <a:pt x="264" y="363"/>
                  </a:cubicBezTo>
                  <a:cubicBezTo>
                    <a:pt x="369" y="337"/>
                    <a:pt x="421" y="232"/>
                    <a:pt x="395" y="126"/>
                  </a:cubicBezTo>
                  <a:cubicBezTo>
                    <a:pt x="357" y="49"/>
                    <a:pt x="290" y="1"/>
                    <a:pt x="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2"/>
            <p:cNvSpPr/>
            <p:nvPr/>
          </p:nvSpPr>
          <p:spPr>
            <a:xfrm>
              <a:off x="6887425" y="3656350"/>
              <a:ext cx="164400" cy="116725"/>
            </a:xfrm>
            <a:custGeom>
              <a:rect b="b" l="l" r="r" t="t"/>
              <a:pathLst>
                <a:path extrusionOk="0" h="4669" w="6576">
                  <a:moveTo>
                    <a:pt x="0" y="1999"/>
                  </a:moveTo>
                  <a:cubicBezTo>
                    <a:pt x="10" y="2013"/>
                    <a:pt x="20" y="2028"/>
                    <a:pt x="30" y="2042"/>
                  </a:cubicBezTo>
                  <a:lnTo>
                    <a:pt x="30" y="2042"/>
                  </a:lnTo>
                  <a:cubicBezTo>
                    <a:pt x="29" y="2028"/>
                    <a:pt x="28" y="2013"/>
                    <a:pt x="27" y="1999"/>
                  </a:cubicBezTo>
                  <a:close/>
                  <a:moveTo>
                    <a:pt x="6023" y="0"/>
                  </a:moveTo>
                  <a:cubicBezTo>
                    <a:pt x="6076" y="868"/>
                    <a:pt x="5892" y="1631"/>
                    <a:pt x="5497" y="2236"/>
                  </a:cubicBezTo>
                  <a:cubicBezTo>
                    <a:pt x="5103" y="2867"/>
                    <a:pt x="4524" y="3288"/>
                    <a:pt x="3866" y="3524"/>
                  </a:cubicBezTo>
                  <a:cubicBezTo>
                    <a:pt x="3544" y="3624"/>
                    <a:pt x="3215" y="3676"/>
                    <a:pt x="2886" y="3676"/>
                  </a:cubicBezTo>
                  <a:cubicBezTo>
                    <a:pt x="2518" y="3676"/>
                    <a:pt x="2150" y="3610"/>
                    <a:pt x="1789" y="3472"/>
                  </a:cubicBezTo>
                  <a:cubicBezTo>
                    <a:pt x="1119" y="3214"/>
                    <a:pt x="500" y="2729"/>
                    <a:pt x="30" y="2042"/>
                  </a:cubicBezTo>
                  <a:lnTo>
                    <a:pt x="30" y="2042"/>
                  </a:lnTo>
                  <a:cubicBezTo>
                    <a:pt x="97" y="2895"/>
                    <a:pt x="619" y="3716"/>
                    <a:pt x="1421" y="4182"/>
                  </a:cubicBezTo>
                  <a:cubicBezTo>
                    <a:pt x="1922" y="4499"/>
                    <a:pt x="2529" y="4668"/>
                    <a:pt x="3142" y="4668"/>
                  </a:cubicBezTo>
                  <a:cubicBezTo>
                    <a:pt x="3493" y="4668"/>
                    <a:pt x="3846" y="4612"/>
                    <a:pt x="4182" y="4497"/>
                  </a:cubicBezTo>
                  <a:cubicBezTo>
                    <a:pt x="5103" y="4208"/>
                    <a:pt x="5865" y="3472"/>
                    <a:pt x="6207" y="2604"/>
                  </a:cubicBezTo>
                  <a:cubicBezTo>
                    <a:pt x="6575" y="1736"/>
                    <a:pt x="6496" y="736"/>
                    <a:pt x="60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2"/>
            <p:cNvSpPr/>
            <p:nvPr/>
          </p:nvSpPr>
          <p:spPr>
            <a:xfrm>
              <a:off x="5818325" y="3572525"/>
              <a:ext cx="453050" cy="544100"/>
            </a:xfrm>
            <a:custGeom>
              <a:rect b="b" l="l" r="r" t="t"/>
              <a:pathLst>
                <a:path extrusionOk="0" h="21764" w="18122">
                  <a:moveTo>
                    <a:pt x="11714" y="0"/>
                  </a:moveTo>
                  <a:cubicBezTo>
                    <a:pt x="11319" y="0"/>
                    <a:pt x="10920" y="30"/>
                    <a:pt x="10521" y="92"/>
                  </a:cubicBezTo>
                  <a:cubicBezTo>
                    <a:pt x="2420" y="1302"/>
                    <a:pt x="0" y="11585"/>
                    <a:pt x="2972" y="16635"/>
                  </a:cubicBezTo>
                  <a:cubicBezTo>
                    <a:pt x="4393" y="19054"/>
                    <a:pt x="7312" y="20816"/>
                    <a:pt x="10784" y="21763"/>
                  </a:cubicBezTo>
                  <a:cubicBezTo>
                    <a:pt x="10573" y="21553"/>
                    <a:pt x="10363" y="21316"/>
                    <a:pt x="10152" y="21079"/>
                  </a:cubicBezTo>
                  <a:cubicBezTo>
                    <a:pt x="8548" y="19054"/>
                    <a:pt x="7969" y="16450"/>
                    <a:pt x="8075" y="13899"/>
                  </a:cubicBezTo>
                  <a:cubicBezTo>
                    <a:pt x="8101" y="12637"/>
                    <a:pt x="8285" y="11348"/>
                    <a:pt x="8680" y="10138"/>
                  </a:cubicBezTo>
                  <a:cubicBezTo>
                    <a:pt x="9048" y="8981"/>
                    <a:pt x="9626" y="7903"/>
                    <a:pt x="10336" y="6930"/>
                  </a:cubicBezTo>
                  <a:cubicBezTo>
                    <a:pt x="11704" y="5010"/>
                    <a:pt x="13650" y="3485"/>
                    <a:pt x="15886" y="2748"/>
                  </a:cubicBezTo>
                  <a:cubicBezTo>
                    <a:pt x="16622" y="2511"/>
                    <a:pt x="17385" y="2380"/>
                    <a:pt x="18121" y="2327"/>
                  </a:cubicBezTo>
                  <a:cubicBezTo>
                    <a:pt x="16193" y="982"/>
                    <a:pt x="13998" y="0"/>
                    <a:pt x="11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2"/>
            <p:cNvSpPr/>
            <p:nvPr/>
          </p:nvSpPr>
          <p:spPr>
            <a:xfrm>
              <a:off x="4823525" y="4066625"/>
              <a:ext cx="769300" cy="432000"/>
            </a:xfrm>
            <a:custGeom>
              <a:rect b="b" l="l" r="r" t="t"/>
              <a:pathLst>
                <a:path extrusionOk="0" h="17280" w="30772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8890" y="17279"/>
                    <a:pt x="25959" y="13781"/>
                    <a:pt x="28352" y="11099"/>
                  </a:cubicBezTo>
                  <a:cubicBezTo>
                    <a:pt x="30772" y="844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2"/>
            <p:cNvSpPr/>
            <p:nvPr/>
          </p:nvSpPr>
          <p:spPr>
            <a:xfrm>
              <a:off x="4823525" y="4066625"/>
              <a:ext cx="545100" cy="367300"/>
            </a:xfrm>
            <a:custGeom>
              <a:rect b="b" l="l" r="r" t="t"/>
              <a:pathLst>
                <a:path extrusionOk="0" h="14692" w="21804">
                  <a:moveTo>
                    <a:pt x="7286" y="0"/>
                  </a:moveTo>
                  <a:cubicBezTo>
                    <a:pt x="7286" y="0"/>
                    <a:pt x="1" y="6365"/>
                    <a:pt x="4445" y="11809"/>
                  </a:cubicBezTo>
                  <a:cubicBezTo>
                    <a:pt x="6166" y="13918"/>
                    <a:pt x="9779" y="14692"/>
                    <a:pt x="13701" y="14692"/>
                  </a:cubicBezTo>
                  <a:cubicBezTo>
                    <a:pt x="16430" y="14692"/>
                    <a:pt x="19310" y="14317"/>
                    <a:pt x="21803" y="13755"/>
                  </a:cubicBezTo>
                  <a:lnTo>
                    <a:pt x="21803" y="13755"/>
                  </a:lnTo>
                  <a:cubicBezTo>
                    <a:pt x="21329" y="13788"/>
                    <a:pt x="20853" y="13804"/>
                    <a:pt x="20377" y="13804"/>
                  </a:cubicBezTo>
                  <a:cubicBezTo>
                    <a:pt x="18925" y="13804"/>
                    <a:pt x="17470" y="13651"/>
                    <a:pt x="16044" y="13334"/>
                  </a:cubicBezTo>
                  <a:cubicBezTo>
                    <a:pt x="14755" y="13071"/>
                    <a:pt x="13519" y="12651"/>
                    <a:pt x="12335" y="12072"/>
                  </a:cubicBezTo>
                  <a:cubicBezTo>
                    <a:pt x="11152" y="11520"/>
                    <a:pt x="10021" y="10810"/>
                    <a:pt x="9074" y="9942"/>
                  </a:cubicBezTo>
                  <a:cubicBezTo>
                    <a:pt x="8101" y="9021"/>
                    <a:pt x="7338" y="7943"/>
                    <a:pt x="6944" y="6680"/>
                  </a:cubicBezTo>
                  <a:cubicBezTo>
                    <a:pt x="6523" y="5365"/>
                    <a:pt x="6576" y="3998"/>
                    <a:pt x="6891" y="2657"/>
                  </a:cubicBezTo>
                  <a:cubicBezTo>
                    <a:pt x="7102" y="1815"/>
                    <a:pt x="7338" y="973"/>
                    <a:pt x="7628" y="132"/>
                  </a:cubicBezTo>
                  <a:cubicBezTo>
                    <a:pt x="7391" y="53"/>
                    <a:pt x="7286" y="0"/>
                    <a:pt x="72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2"/>
            <p:cNvSpPr/>
            <p:nvPr/>
          </p:nvSpPr>
          <p:spPr>
            <a:xfrm>
              <a:off x="4120650" y="3440025"/>
              <a:ext cx="975775" cy="733800"/>
            </a:xfrm>
            <a:custGeom>
              <a:rect b="b" l="l" r="r" t="t"/>
              <a:pathLst>
                <a:path extrusionOk="0" h="29352" w="39031">
                  <a:moveTo>
                    <a:pt x="34533" y="4708"/>
                  </a:moveTo>
                  <a:cubicBezTo>
                    <a:pt x="34533" y="4708"/>
                    <a:pt x="30772" y="5366"/>
                    <a:pt x="26748" y="5497"/>
                  </a:cubicBezTo>
                  <a:cubicBezTo>
                    <a:pt x="22724" y="5629"/>
                    <a:pt x="4893" y="0"/>
                    <a:pt x="2447" y="10520"/>
                  </a:cubicBezTo>
                  <a:cubicBezTo>
                    <a:pt x="1" y="21040"/>
                    <a:pt x="11704" y="29351"/>
                    <a:pt x="17753" y="27458"/>
                  </a:cubicBezTo>
                  <a:cubicBezTo>
                    <a:pt x="23776" y="25538"/>
                    <a:pt x="26616" y="22303"/>
                    <a:pt x="32823" y="22802"/>
                  </a:cubicBezTo>
                  <a:cubicBezTo>
                    <a:pt x="39030" y="23302"/>
                    <a:pt x="34533" y="4708"/>
                    <a:pt x="34533" y="47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4126600" y="3543050"/>
              <a:ext cx="446450" cy="590350"/>
            </a:xfrm>
            <a:custGeom>
              <a:rect b="b" l="l" r="r" t="t"/>
              <a:pathLst>
                <a:path extrusionOk="0" h="23614" w="17858">
                  <a:moveTo>
                    <a:pt x="13310" y="0"/>
                  </a:moveTo>
                  <a:cubicBezTo>
                    <a:pt x="8208" y="0"/>
                    <a:pt x="3397" y="1290"/>
                    <a:pt x="2209" y="6399"/>
                  </a:cubicBezTo>
                  <a:cubicBezTo>
                    <a:pt x="1" y="15896"/>
                    <a:pt x="9322" y="23613"/>
                    <a:pt x="15607" y="23613"/>
                  </a:cubicBezTo>
                  <a:cubicBezTo>
                    <a:pt x="16284" y="23613"/>
                    <a:pt x="16927" y="23523"/>
                    <a:pt x="17515" y="23337"/>
                  </a:cubicBezTo>
                  <a:cubicBezTo>
                    <a:pt x="17621" y="23284"/>
                    <a:pt x="17726" y="23258"/>
                    <a:pt x="17857" y="23205"/>
                  </a:cubicBezTo>
                  <a:cubicBezTo>
                    <a:pt x="16858" y="22784"/>
                    <a:pt x="15885" y="22285"/>
                    <a:pt x="14991" y="21706"/>
                  </a:cubicBezTo>
                  <a:cubicBezTo>
                    <a:pt x="12439" y="20075"/>
                    <a:pt x="10151" y="17682"/>
                    <a:pt x="9126" y="14789"/>
                  </a:cubicBezTo>
                  <a:cubicBezTo>
                    <a:pt x="8600" y="13343"/>
                    <a:pt x="8442" y="11712"/>
                    <a:pt x="8521" y="10187"/>
                  </a:cubicBezTo>
                  <a:cubicBezTo>
                    <a:pt x="8600" y="8793"/>
                    <a:pt x="8941" y="7399"/>
                    <a:pt x="9599" y="6163"/>
                  </a:cubicBezTo>
                  <a:cubicBezTo>
                    <a:pt x="10835" y="3822"/>
                    <a:pt x="13097" y="2297"/>
                    <a:pt x="15411" y="1113"/>
                  </a:cubicBezTo>
                  <a:cubicBezTo>
                    <a:pt x="16043" y="797"/>
                    <a:pt x="16674" y="508"/>
                    <a:pt x="17305" y="219"/>
                  </a:cubicBezTo>
                  <a:cubicBezTo>
                    <a:pt x="15993" y="88"/>
                    <a:pt x="14642" y="0"/>
                    <a:pt x="133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4795250" y="3557725"/>
              <a:ext cx="298200" cy="462900"/>
            </a:xfrm>
            <a:custGeom>
              <a:rect b="b" l="l" r="r" t="t"/>
              <a:pathLst>
                <a:path extrusionOk="0" h="18516" w="11928">
                  <a:moveTo>
                    <a:pt x="7549" y="0"/>
                  </a:moveTo>
                  <a:lnTo>
                    <a:pt x="7549" y="0"/>
                  </a:lnTo>
                  <a:cubicBezTo>
                    <a:pt x="7548" y="0"/>
                    <a:pt x="3945" y="631"/>
                    <a:pt x="1" y="789"/>
                  </a:cubicBezTo>
                  <a:cubicBezTo>
                    <a:pt x="185" y="1262"/>
                    <a:pt x="343" y="1762"/>
                    <a:pt x="500" y="2262"/>
                  </a:cubicBezTo>
                  <a:cubicBezTo>
                    <a:pt x="1079" y="4287"/>
                    <a:pt x="1421" y="6391"/>
                    <a:pt x="1552" y="8495"/>
                  </a:cubicBezTo>
                  <a:cubicBezTo>
                    <a:pt x="1710" y="10678"/>
                    <a:pt x="1684" y="12887"/>
                    <a:pt x="1500" y="15070"/>
                  </a:cubicBezTo>
                  <a:cubicBezTo>
                    <a:pt x="1395" y="16227"/>
                    <a:pt x="1237" y="17358"/>
                    <a:pt x="1053" y="18515"/>
                  </a:cubicBezTo>
                  <a:cubicBezTo>
                    <a:pt x="2163" y="18227"/>
                    <a:pt x="3337" y="18052"/>
                    <a:pt x="4677" y="18052"/>
                  </a:cubicBezTo>
                  <a:cubicBezTo>
                    <a:pt x="5051" y="18052"/>
                    <a:pt x="5437" y="18066"/>
                    <a:pt x="5839" y="18094"/>
                  </a:cubicBezTo>
                  <a:cubicBezTo>
                    <a:pt x="5922" y="18101"/>
                    <a:pt x="6002" y="18104"/>
                    <a:pt x="6081" y="18104"/>
                  </a:cubicBezTo>
                  <a:cubicBezTo>
                    <a:pt x="11928" y="18104"/>
                    <a:pt x="7549" y="0"/>
                    <a:pt x="75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4240325" y="3603075"/>
              <a:ext cx="730500" cy="11925"/>
            </a:xfrm>
            <a:custGeom>
              <a:rect b="b" l="l" r="r" t="t"/>
              <a:pathLst>
                <a:path extrusionOk="0" h="477" w="29220">
                  <a:moveTo>
                    <a:pt x="0" y="1"/>
                  </a:moveTo>
                  <a:cubicBezTo>
                    <a:pt x="8771" y="296"/>
                    <a:pt x="18534" y="477"/>
                    <a:pt x="27430" y="477"/>
                  </a:cubicBezTo>
                  <a:cubicBezTo>
                    <a:pt x="28031" y="477"/>
                    <a:pt x="28628" y="476"/>
                    <a:pt x="29220" y="474"/>
                  </a:cubicBezTo>
                  <a:cubicBezTo>
                    <a:pt x="19857" y="159"/>
                    <a:pt x="9363" y="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4210725" y="3659625"/>
              <a:ext cx="752875" cy="12525"/>
            </a:xfrm>
            <a:custGeom>
              <a:rect b="b" l="l" r="r" t="t"/>
              <a:pathLst>
                <a:path extrusionOk="0" h="501" w="30115">
                  <a:moveTo>
                    <a:pt x="30114" y="1"/>
                  </a:moveTo>
                  <a:cubicBezTo>
                    <a:pt x="20462" y="1"/>
                    <a:pt x="9653" y="185"/>
                    <a:pt x="1" y="500"/>
                  </a:cubicBezTo>
                  <a:cubicBezTo>
                    <a:pt x="9653" y="500"/>
                    <a:pt x="20489" y="316"/>
                    <a:pt x="301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4194950" y="3720125"/>
              <a:ext cx="753525" cy="25650"/>
            </a:xfrm>
            <a:custGeom>
              <a:rect b="b" l="l" r="r" t="t"/>
              <a:pathLst>
                <a:path extrusionOk="0" h="1026" w="30141">
                  <a:moveTo>
                    <a:pt x="30141" y="0"/>
                  </a:moveTo>
                  <a:lnTo>
                    <a:pt x="30141" y="0"/>
                  </a:lnTo>
                  <a:cubicBezTo>
                    <a:pt x="20488" y="158"/>
                    <a:pt x="9653" y="552"/>
                    <a:pt x="1" y="1026"/>
                  </a:cubicBezTo>
                  <a:cubicBezTo>
                    <a:pt x="9653" y="868"/>
                    <a:pt x="20488" y="500"/>
                    <a:pt x="30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4227825" y="3762850"/>
              <a:ext cx="731175" cy="65775"/>
            </a:xfrm>
            <a:custGeom>
              <a:rect b="b" l="l" r="r" t="t"/>
              <a:pathLst>
                <a:path extrusionOk="0" h="2631" w="29247">
                  <a:moveTo>
                    <a:pt x="29246" y="1"/>
                  </a:moveTo>
                  <a:lnTo>
                    <a:pt x="29246" y="1"/>
                  </a:lnTo>
                  <a:cubicBezTo>
                    <a:pt x="19857" y="684"/>
                    <a:pt x="9364" y="1631"/>
                    <a:pt x="1" y="2631"/>
                  </a:cubicBezTo>
                  <a:cubicBezTo>
                    <a:pt x="9390" y="1947"/>
                    <a:pt x="19884" y="1000"/>
                    <a:pt x="292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4288325" y="3809525"/>
              <a:ext cx="675275" cy="101950"/>
            </a:xfrm>
            <a:custGeom>
              <a:rect b="b" l="l" r="r" t="t"/>
              <a:pathLst>
                <a:path extrusionOk="0" h="4078" w="27011">
                  <a:moveTo>
                    <a:pt x="27010" y="1"/>
                  </a:moveTo>
                  <a:lnTo>
                    <a:pt x="27010" y="1"/>
                  </a:lnTo>
                  <a:cubicBezTo>
                    <a:pt x="18331" y="1158"/>
                    <a:pt x="8627" y="2605"/>
                    <a:pt x="0" y="4077"/>
                  </a:cubicBezTo>
                  <a:cubicBezTo>
                    <a:pt x="8679" y="2920"/>
                    <a:pt x="18384" y="1474"/>
                    <a:pt x="270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4288325" y="3854250"/>
              <a:ext cx="679225" cy="143350"/>
            </a:xfrm>
            <a:custGeom>
              <a:rect b="b" l="l" r="r" t="t"/>
              <a:pathLst>
                <a:path extrusionOk="0" h="5734" w="27169">
                  <a:moveTo>
                    <a:pt x="27168" y="0"/>
                  </a:moveTo>
                  <a:lnTo>
                    <a:pt x="27168" y="0"/>
                  </a:lnTo>
                  <a:cubicBezTo>
                    <a:pt x="18410" y="1684"/>
                    <a:pt x="8653" y="3735"/>
                    <a:pt x="0" y="5734"/>
                  </a:cubicBezTo>
                  <a:cubicBezTo>
                    <a:pt x="8732" y="4051"/>
                    <a:pt x="18489" y="1999"/>
                    <a:pt x="271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4360650" y="3906200"/>
              <a:ext cx="623325" cy="144675"/>
            </a:xfrm>
            <a:custGeom>
              <a:rect b="b" l="l" r="r" t="t"/>
              <a:pathLst>
                <a:path extrusionOk="0" h="5787" w="24933">
                  <a:moveTo>
                    <a:pt x="24933" y="0"/>
                  </a:moveTo>
                  <a:cubicBezTo>
                    <a:pt x="16911" y="1710"/>
                    <a:pt x="7943" y="3787"/>
                    <a:pt x="0" y="5786"/>
                  </a:cubicBezTo>
                  <a:cubicBezTo>
                    <a:pt x="8022" y="4103"/>
                    <a:pt x="16990" y="1999"/>
                    <a:pt x="2493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4441525" y="3956150"/>
              <a:ext cx="499725" cy="148625"/>
            </a:xfrm>
            <a:custGeom>
              <a:rect b="b" l="l" r="r" t="t"/>
              <a:pathLst>
                <a:path extrusionOk="0" h="5945" w="19989">
                  <a:moveTo>
                    <a:pt x="19988" y="1"/>
                  </a:moveTo>
                  <a:lnTo>
                    <a:pt x="19988" y="1"/>
                  </a:lnTo>
                  <a:cubicBezTo>
                    <a:pt x="13492" y="1763"/>
                    <a:pt x="6391" y="3867"/>
                    <a:pt x="0" y="5945"/>
                  </a:cubicBezTo>
                  <a:cubicBezTo>
                    <a:pt x="6496" y="4183"/>
                    <a:pt x="13597" y="2079"/>
                    <a:pt x="199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32"/>
          <p:cNvGrpSpPr/>
          <p:nvPr/>
        </p:nvGrpSpPr>
        <p:grpSpPr>
          <a:xfrm>
            <a:off x="3620222" y="3111657"/>
            <a:ext cx="387681" cy="387661"/>
            <a:chOff x="266768" y="1721375"/>
            <a:chExt cx="397907" cy="397887"/>
          </a:xfrm>
        </p:grpSpPr>
        <p:sp>
          <p:nvSpPr>
            <p:cNvPr id="503" name="Google Shape;503;p32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5" name="Google Shape;505;p32"/>
          <p:cNvGrpSpPr/>
          <p:nvPr/>
        </p:nvGrpSpPr>
        <p:grpSpPr>
          <a:xfrm>
            <a:off x="5136117" y="3111419"/>
            <a:ext cx="387661" cy="387661"/>
            <a:chOff x="1379798" y="1723250"/>
            <a:chExt cx="397887" cy="397887"/>
          </a:xfrm>
        </p:grpSpPr>
        <p:sp>
          <p:nvSpPr>
            <p:cNvPr id="506" name="Google Shape;506;p32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32"/>
          <p:cNvGrpSpPr/>
          <p:nvPr/>
        </p:nvGrpSpPr>
        <p:grpSpPr>
          <a:xfrm>
            <a:off x="4376477" y="3111419"/>
            <a:ext cx="387641" cy="387661"/>
            <a:chOff x="864491" y="1723250"/>
            <a:chExt cx="397866" cy="397887"/>
          </a:xfrm>
        </p:grpSpPr>
        <p:sp>
          <p:nvSpPr>
            <p:cNvPr id="511" name="Google Shape;511;p32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14" name="Google Shape;514;p32" title="logounj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6050" y="120325"/>
            <a:ext cx="1188100" cy="1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